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4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4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1774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7987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5141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650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7439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0333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7691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120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70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5146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220210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00601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148518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2113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37624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4441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635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B2A8DA-C660-499A-AC9F-646C3C6FD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6165" y="1172341"/>
            <a:ext cx="2319670" cy="762338"/>
          </a:xfrm>
        </p:spPr>
        <p:txBody>
          <a:bodyPr>
            <a:normAutofit fontScale="90000"/>
          </a:bodyPr>
          <a:lstStyle/>
          <a:p>
            <a:r>
              <a:rPr lang="fr-FR" dirty="0">
                <a:latin typeface="Copperplate Gothic Bold" panose="020E0705020206020404" pitchFamily="34" charset="0"/>
              </a:rPr>
              <a:t>DEMO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AAB748-1D4E-4BA4-8D67-32305FE8E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7364" y="2658136"/>
            <a:ext cx="5977271" cy="622394"/>
          </a:xfrm>
        </p:spPr>
        <p:txBody>
          <a:bodyPr>
            <a:normAutofit fontScale="92500" lnSpcReduction="10000"/>
          </a:bodyPr>
          <a:lstStyle/>
          <a:p>
            <a:pPr algn="ctr">
              <a:spcAft>
                <a:spcPts val="500"/>
              </a:spcAft>
            </a:pPr>
            <a:r>
              <a:rPr lang="fr-FR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Agent Intelligent de Collecte et d'Extraction de Données par Automatisation GUI/Web</a:t>
            </a:r>
            <a:endParaRPr lang="fr-FR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fr-FR" dirty="0"/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4BB01541-DA8A-4353-950F-EA7CD8133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74700" cy="102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Image 1">
            <a:extLst>
              <a:ext uri="{FF2B5EF4-FFF2-40B4-BE49-F238E27FC236}">
                <a16:creationId xmlns:a16="http://schemas.microsoft.com/office/drawing/2014/main" id="{67832A72-6568-4C60-87BB-E1172FE43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5850" y="0"/>
            <a:ext cx="946150" cy="94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Image 7">
            <a:extLst>
              <a:ext uri="{FF2B5EF4-FFF2-40B4-BE49-F238E27FC236}">
                <a16:creationId xmlns:a16="http://schemas.microsoft.com/office/drawing/2014/main" id="{49DCE91F-22BD-4EFF-9A2F-F165E3984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2100" y="219075"/>
            <a:ext cx="14478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48AC8EF7-55AD-4FC9-9CD0-B9766EACF24D}"/>
              </a:ext>
            </a:extLst>
          </p:cNvPr>
          <p:cNvSpPr txBox="1">
            <a:spLocks/>
          </p:cNvSpPr>
          <p:nvPr/>
        </p:nvSpPr>
        <p:spPr>
          <a:xfrm>
            <a:off x="4514257" y="2080621"/>
            <a:ext cx="3163485" cy="43157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37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>
                <a:latin typeface="Copperplate Gothic Bold" panose="020E0705020206020404" pitchFamily="34" charset="0"/>
              </a:rPr>
              <a:t>STAGE ACADEMIQUE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8B7D0B9C-9135-48D7-B44A-69A99B125312}"/>
              </a:ext>
            </a:extLst>
          </p:cNvPr>
          <p:cNvCxnSpPr/>
          <p:nvPr/>
        </p:nvCxnSpPr>
        <p:spPr>
          <a:xfrm>
            <a:off x="3121961" y="10614471"/>
            <a:ext cx="61176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5">
            <a:extLst>
              <a:ext uri="{FF2B5EF4-FFF2-40B4-BE49-F238E27FC236}">
                <a16:creationId xmlns:a16="http://schemas.microsoft.com/office/drawing/2014/main" id="{9D3D5741-E674-43C6-8026-E33778A91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972" y="4119615"/>
            <a:ext cx="5802247" cy="952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1600" b="1" i="1" u="sng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Stagiaire</a:t>
            </a:r>
            <a:r>
              <a:rPr kumimoji="0" lang="en-US" altLang="fr-FR" sz="1600" b="1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: </a:t>
            </a:r>
            <a:r>
              <a:rPr kumimoji="0" lang="en-US" altLang="fr-FR" sz="1600" b="1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NDJOKA NGHOKO Jodelle Baruch 22E0480EP</a:t>
            </a:r>
            <a:endParaRPr kumimoji="0" lang="fr-FR" altLang="fr-F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F2B8A314-3E9C-41FF-B18F-EB85D9EC1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6407" y="6381588"/>
            <a:ext cx="30455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4926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492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Du 1</a:t>
            </a:r>
            <a:r>
              <a:rPr kumimoji="0" lang="fr-FR" altLang="fr-FR" sz="1400" b="1" i="0" u="none" strike="noStrike" cap="none" normalizeH="0" baseline="3000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er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Juin au 31 Août 2026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315FC74-39D3-4635-AB24-E743572DE96A}"/>
              </a:ext>
            </a:extLst>
          </p:cNvPr>
          <p:cNvSpPr txBox="1"/>
          <p:nvPr/>
        </p:nvSpPr>
        <p:spPr>
          <a:xfrm>
            <a:off x="2223627" y="4999140"/>
            <a:ext cx="85303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600" b="1" i="1" u="sng" dirty="0">
                <a:solidFill>
                  <a:srgbClr val="262626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Encadreur de stage </a:t>
            </a:r>
            <a:r>
              <a:rPr lang="fr-FR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Yris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 Brice 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Wandji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Piugie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, PhD — Fondateur &amp; CEO, YB-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TECHs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C87B72B-9BC7-4C39-84A2-0AB5C3071A83}"/>
              </a:ext>
            </a:extLst>
          </p:cNvPr>
          <p:cNvSpPr txBox="1"/>
          <p:nvPr/>
        </p:nvSpPr>
        <p:spPr>
          <a:xfrm>
            <a:off x="296869" y="6304644"/>
            <a:ext cx="60976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Année académique : </a:t>
            </a:r>
            <a:r>
              <a:rPr lang="fr-FR" sz="1800" b="1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2025-2026</a:t>
            </a:r>
            <a:endParaRPr lang="fr-FR" sz="18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3334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B68A39-D24D-4C3C-894F-09FB4CC50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3945" y="2917257"/>
            <a:ext cx="8915400" cy="102348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fr-FR" sz="2800" b="1" dirty="0">
                <a:latin typeface="Arial Narrow" panose="020B0606020202030204" pitchFamily="34" charset="0"/>
              </a:rPr>
              <a:t>Cette démonstration est celle du fonctionnement de notre projet sur interface web.</a:t>
            </a:r>
          </a:p>
        </p:txBody>
      </p:sp>
    </p:spTree>
    <p:extLst>
      <p:ext uri="{BB962C8B-B14F-4D97-AF65-F5344CB8AC3E}">
        <p14:creationId xmlns:p14="http://schemas.microsoft.com/office/powerpoint/2010/main" val="3463489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6BA0636-90E2-4F5B-93D9-CD1C82925B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6" t="408"/>
          <a:stretch/>
        </p:blipFill>
        <p:spPr>
          <a:xfrm>
            <a:off x="0" y="-72971"/>
            <a:ext cx="12192000" cy="71100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8D9D793-3BE2-4D62-8C2F-50C46519A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6481" y="1636295"/>
            <a:ext cx="2113826" cy="577515"/>
          </a:xfrm>
          <a:ln w="28575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fr-F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Requête</a:t>
            </a:r>
            <a:endParaRPr lang="fr-FR" dirty="0">
              <a:solidFill>
                <a:srgbClr val="C00000"/>
              </a:solidFill>
              <a:latin typeface="Copperplate Gothic Bold" panose="020E07050202060204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33885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49FFFC6-93EA-43F4-9C92-8F5805754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937310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DD0C10F1-A1D3-4CF3-A5A0-9AF1F5F76BCB}"/>
              </a:ext>
            </a:extLst>
          </p:cNvPr>
          <p:cNvSpPr txBox="1">
            <a:spLocks/>
          </p:cNvSpPr>
          <p:nvPr/>
        </p:nvSpPr>
        <p:spPr>
          <a:xfrm>
            <a:off x="1027219" y="3279908"/>
            <a:ext cx="4507308" cy="1879233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Résultat d’extraction d’informations sur un site et formulation de la réponse par le modèle</a:t>
            </a:r>
          </a:p>
        </p:txBody>
      </p:sp>
    </p:spTree>
    <p:extLst>
      <p:ext uri="{BB962C8B-B14F-4D97-AF65-F5344CB8AC3E}">
        <p14:creationId xmlns:p14="http://schemas.microsoft.com/office/powerpoint/2010/main" val="234529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3FF8458-A98C-4922-8430-B4C6C8CE4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6" y="0"/>
            <a:ext cx="12155259" cy="6858000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CFE7F09F-CF6C-414B-9FA9-B066DE016E8E}"/>
              </a:ext>
            </a:extLst>
          </p:cNvPr>
          <p:cNvSpPr txBox="1">
            <a:spLocks/>
          </p:cNvSpPr>
          <p:nvPr/>
        </p:nvSpPr>
        <p:spPr>
          <a:xfrm>
            <a:off x="3570973" y="2704699"/>
            <a:ext cx="3686475" cy="1337912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Illustration d’une Conversation naturelle avec le modèle (sans url)</a:t>
            </a:r>
          </a:p>
        </p:txBody>
      </p:sp>
    </p:spTree>
    <p:extLst>
      <p:ext uri="{BB962C8B-B14F-4D97-AF65-F5344CB8AC3E}">
        <p14:creationId xmlns:p14="http://schemas.microsoft.com/office/powerpoint/2010/main" val="2402320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FC714A9-6A30-48E8-8E10-7FF46E8647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71535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E29A079-9314-485E-8C6A-3CE8B68B82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1"/>
            <a:ext cx="12191999" cy="3636048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F53D5AE-B8EA-4412-87BF-E2DE42979BEF}"/>
              </a:ext>
            </a:extLst>
          </p:cNvPr>
          <p:cNvSpPr txBox="1">
            <a:spLocks/>
          </p:cNvSpPr>
          <p:nvPr/>
        </p:nvSpPr>
        <p:spPr>
          <a:xfrm>
            <a:off x="4560770" y="991297"/>
            <a:ext cx="3070459" cy="943276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Mise en évidence de la mémoire</a:t>
            </a:r>
          </a:p>
        </p:txBody>
      </p:sp>
    </p:spTree>
    <p:extLst>
      <p:ext uri="{BB962C8B-B14F-4D97-AF65-F5344CB8AC3E}">
        <p14:creationId xmlns:p14="http://schemas.microsoft.com/office/powerpoint/2010/main" val="1885978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CC82D2-BC7D-4065-A0B2-630878727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8876"/>
            <a:ext cx="12184943" cy="6886876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C4865A38-0FD9-433A-937D-E0B9D70CC525}"/>
              </a:ext>
            </a:extLst>
          </p:cNvPr>
          <p:cNvSpPr txBox="1">
            <a:spLocks/>
          </p:cNvSpPr>
          <p:nvPr/>
        </p:nvSpPr>
        <p:spPr>
          <a:xfrm>
            <a:off x="0" y="4966531"/>
            <a:ext cx="3070459" cy="1184012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Extraction en chaine: Page d’accueil</a:t>
            </a:r>
          </a:p>
        </p:txBody>
      </p:sp>
    </p:spTree>
    <p:extLst>
      <p:ext uri="{BB962C8B-B14F-4D97-AF65-F5344CB8AC3E}">
        <p14:creationId xmlns:p14="http://schemas.microsoft.com/office/powerpoint/2010/main" val="319659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EC22A3-1669-4AB6-B61A-5FE064E1A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5923" y="383479"/>
            <a:ext cx="8911687" cy="1280890"/>
          </a:xfrm>
        </p:spPr>
        <p:txBody>
          <a:bodyPr/>
          <a:lstStyle/>
          <a:p>
            <a:r>
              <a:rPr lang="fr-FR" dirty="0"/>
              <a:t>Ajout du fichier de données pour extraction en chaine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025F2D-18A2-4164-A43A-31DD7244C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5688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993D716-8681-4488-8458-04ADD3909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89789"/>
            <a:ext cx="12192000" cy="395348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A89A5CDE-D164-452A-B9E3-20C4FEF173DD}"/>
              </a:ext>
            </a:extLst>
          </p:cNvPr>
          <p:cNvSpPr txBox="1">
            <a:spLocks/>
          </p:cNvSpPr>
          <p:nvPr/>
        </p:nvSpPr>
        <p:spPr>
          <a:xfrm>
            <a:off x="4340592" y="2518151"/>
            <a:ext cx="3510816" cy="1050732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Ajout du fichier de données pour l’extraction en chaine</a:t>
            </a:r>
          </a:p>
        </p:txBody>
      </p:sp>
    </p:spTree>
    <p:extLst>
      <p:ext uri="{BB962C8B-B14F-4D97-AF65-F5344CB8AC3E}">
        <p14:creationId xmlns:p14="http://schemas.microsoft.com/office/powerpoint/2010/main" val="251532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2B932C-8389-4C33-88DD-5B89938BB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167" y="267469"/>
            <a:ext cx="8911687" cy="1280890"/>
          </a:xfrm>
        </p:spPr>
        <p:txBody>
          <a:bodyPr>
            <a:normAutofit fontScale="90000"/>
          </a:bodyPr>
          <a:lstStyle/>
          <a:p>
            <a:r>
              <a:rPr lang="fr-FR" dirty="0"/>
              <a:t>Fin de l’extraction en chaine et téléchargement automatique du fichier résultats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9A43388-FA48-4091-9CAA-3034505C8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01" y="1846742"/>
            <a:ext cx="10420886" cy="5416828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AF7000DF-B3D3-4335-A874-79BEDF7CDB8A}"/>
              </a:ext>
            </a:extLst>
          </p:cNvPr>
          <p:cNvSpPr txBox="1">
            <a:spLocks/>
          </p:cNvSpPr>
          <p:nvPr/>
        </p:nvSpPr>
        <p:spPr>
          <a:xfrm>
            <a:off x="6545178" y="3031956"/>
            <a:ext cx="2791327" cy="2772078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Fin de l’extraction en chaine et téléchargement automatique du fichier résultats</a:t>
            </a:r>
          </a:p>
        </p:txBody>
      </p:sp>
    </p:spTree>
    <p:extLst>
      <p:ext uri="{BB962C8B-B14F-4D97-AF65-F5344CB8AC3E}">
        <p14:creationId xmlns:p14="http://schemas.microsoft.com/office/powerpoint/2010/main" val="20378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33BB650-94F7-40B2-89C4-285D509F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876" y="-1"/>
            <a:ext cx="12226172" cy="7122696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94A5A136-AE0E-4645-9CF0-E7788F0608D3}"/>
              </a:ext>
            </a:extLst>
          </p:cNvPr>
          <p:cNvSpPr txBox="1">
            <a:spLocks/>
          </p:cNvSpPr>
          <p:nvPr/>
        </p:nvSpPr>
        <p:spPr>
          <a:xfrm>
            <a:off x="397380" y="3898230"/>
            <a:ext cx="2721205" cy="1520793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Visualisation de l’historique de discussion</a:t>
            </a:r>
          </a:p>
        </p:txBody>
      </p:sp>
    </p:spTree>
    <p:extLst>
      <p:ext uri="{BB962C8B-B14F-4D97-AF65-F5344CB8AC3E}">
        <p14:creationId xmlns:p14="http://schemas.microsoft.com/office/powerpoint/2010/main" val="1622528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B995EBA-84DF-44E1-AF19-9642FB0FF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re 1">
            <a:extLst>
              <a:ext uri="{FF2B5EF4-FFF2-40B4-BE49-F238E27FC236}">
                <a16:creationId xmlns:a16="http://schemas.microsoft.com/office/drawing/2014/main" id="{4AF68BE9-5888-4F22-81A5-D4710200E6C1}"/>
              </a:ext>
            </a:extLst>
          </p:cNvPr>
          <p:cNvSpPr txBox="1">
            <a:spLocks/>
          </p:cNvSpPr>
          <p:nvPr/>
        </p:nvSpPr>
        <p:spPr>
          <a:xfrm>
            <a:off x="416631" y="5053262"/>
            <a:ext cx="2721205" cy="1520793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Visualisation de l’historique de discussion</a:t>
            </a:r>
          </a:p>
        </p:txBody>
      </p:sp>
    </p:spTree>
    <p:extLst>
      <p:ext uri="{BB962C8B-B14F-4D97-AF65-F5344CB8AC3E}">
        <p14:creationId xmlns:p14="http://schemas.microsoft.com/office/powerpoint/2010/main" val="3877195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>
            <a:extLst>
              <a:ext uri="{FF2B5EF4-FFF2-40B4-BE49-F238E27FC236}">
                <a16:creationId xmlns:a16="http://schemas.microsoft.com/office/drawing/2014/main" id="{4BB01541-DA8A-4353-950F-EA7CD8133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74700" cy="102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Image 1">
            <a:extLst>
              <a:ext uri="{FF2B5EF4-FFF2-40B4-BE49-F238E27FC236}">
                <a16:creationId xmlns:a16="http://schemas.microsoft.com/office/drawing/2014/main" id="{67832A72-6568-4C60-87BB-E1172FE43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5850" y="0"/>
            <a:ext cx="946150" cy="94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Image 7">
            <a:extLst>
              <a:ext uri="{FF2B5EF4-FFF2-40B4-BE49-F238E27FC236}">
                <a16:creationId xmlns:a16="http://schemas.microsoft.com/office/drawing/2014/main" id="{49DCE91F-22BD-4EFF-9A2F-F165E3984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2100" y="219075"/>
            <a:ext cx="14478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8B7D0B9C-9135-48D7-B44A-69A99B125312}"/>
              </a:ext>
            </a:extLst>
          </p:cNvPr>
          <p:cNvCxnSpPr/>
          <p:nvPr/>
        </p:nvCxnSpPr>
        <p:spPr>
          <a:xfrm>
            <a:off x="3121961" y="10614471"/>
            <a:ext cx="61176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11">
            <a:extLst>
              <a:ext uri="{FF2B5EF4-FFF2-40B4-BE49-F238E27FC236}">
                <a16:creationId xmlns:a16="http://schemas.microsoft.com/office/drawing/2014/main" id="{F2B8A314-3E9C-41FF-B18F-EB85D9EC1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6407" y="6381588"/>
            <a:ext cx="30455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4926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492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Du 1</a:t>
            </a:r>
            <a:r>
              <a:rPr kumimoji="0" lang="fr-FR" altLang="fr-FR" sz="1400" b="1" i="0" u="none" strike="noStrike" cap="none" normalizeH="0" baseline="3000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er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Juin au 31 Août 2026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C87B72B-9BC7-4C39-84A2-0AB5C3071A83}"/>
              </a:ext>
            </a:extLst>
          </p:cNvPr>
          <p:cNvSpPr txBox="1"/>
          <p:nvPr/>
        </p:nvSpPr>
        <p:spPr>
          <a:xfrm>
            <a:off x="296869" y="6304644"/>
            <a:ext cx="60976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Année académique : </a:t>
            </a:r>
            <a:r>
              <a:rPr lang="fr-FR" sz="1800" b="1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2025-2026</a:t>
            </a:r>
            <a:endParaRPr lang="fr-FR" sz="18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8349DBF-89CE-4420-9C96-FFB8C543D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49367" y="2929446"/>
            <a:ext cx="3890211" cy="999107"/>
          </a:xfrm>
        </p:spPr>
        <p:txBody>
          <a:bodyPr>
            <a:normAutofit/>
          </a:bodyPr>
          <a:lstStyle/>
          <a:p>
            <a:r>
              <a:rPr lang="fr-FR" dirty="0">
                <a:latin typeface="Arial Black" panose="020B0A04020102020204" pitchFamily="34" charset="0"/>
              </a:rPr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791283793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Bri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280</TotalTime>
  <Words>164</Words>
  <Application>Microsoft Office PowerPoint</Application>
  <PresentationFormat>Grand écran</PresentationFormat>
  <Paragraphs>22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2" baseType="lpstr">
      <vt:lpstr>Arial</vt:lpstr>
      <vt:lpstr>Arial Black</vt:lpstr>
      <vt:lpstr>Arial Narrow</vt:lpstr>
      <vt:lpstr>Calibri</vt:lpstr>
      <vt:lpstr>Century Gothic</vt:lpstr>
      <vt:lpstr>Copperplate Gothic Bold</vt:lpstr>
      <vt:lpstr>Imprint MT Shadow</vt:lpstr>
      <vt:lpstr>Times New Roman</vt:lpstr>
      <vt:lpstr>Wingdings 3</vt:lpstr>
      <vt:lpstr>Brin</vt:lpstr>
      <vt:lpstr>DEMO</vt:lpstr>
      <vt:lpstr>Présentation PowerPoint</vt:lpstr>
      <vt:lpstr>Requête</vt:lpstr>
      <vt:lpstr>Présentation PowerPoint</vt:lpstr>
      <vt:lpstr>Présentation PowerPoint</vt:lpstr>
      <vt:lpstr>Présentation PowerPoint</vt:lpstr>
      <vt:lpstr>Présentation PowerPoint</vt:lpstr>
      <vt:lpstr>Ajout du fichier de données pour extraction en chaine</vt:lpstr>
      <vt:lpstr>Fin de l’extraction en chaine et téléchargement automatique du fichier résultats</vt:lpstr>
      <vt:lpstr>Présentation PowerPoint</vt:lpstr>
      <vt:lpstr>Présentation PowerPoint</vt:lpstr>
      <vt:lpstr>THE 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</dc:title>
  <dc:creator>Jodel N</dc:creator>
  <cp:lastModifiedBy>Jodel N</cp:lastModifiedBy>
  <cp:revision>13</cp:revision>
  <dcterms:created xsi:type="dcterms:W3CDTF">2026-08-31T12:21:38Z</dcterms:created>
  <dcterms:modified xsi:type="dcterms:W3CDTF">2026-08-31T17:02:34Z</dcterms:modified>
</cp:coreProperties>
</file>