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9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5" r:id="rId10"/>
    <p:sldId id="264" r:id="rId11"/>
    <p:sldId id="267" r:id="rId1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0F4F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66" d="100"/>
          <a:sy n="66" d="100"/>
        </p:scale>
        <p:origin x="668" y="-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589213" y="2514600"/>
            <a:ext cx="8915399" cy="2262781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89213" y="4777379"/>
            <a:ext cx="8915399" cy="1126283"/>
          </a:xfrm>
        </p:spPr>
        <p:txBody>
          <a:bodyPr anchor="t"/>
          <a:lstStyle>
            <a:lvl1pPr marL="0" indent="0" algn="l">
              <a:buNone/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fr-FR"/>
              <a:t>Modifiez le style des sous-titres du masque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23EA0E-320C-4A15-B0EB-4D07D8BCE7D2}" type="datetimeFigureOut">
              <a:rPr lang="fr-FR" smtClean="0"/>
              <a:t>31/08/2026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Freeform 6"/>
          <p:cNvSpPr/>
          <p:nvPr/>
        </p:nvSpPr>
        <p:spPr bwMode="auto">
          <a:xfrm>
            <a:off x="0" y="4323810"/>
            <a:ext cx="1744652" cy="778589"/>
          </a:xfrm>
          <a:custGeom>
            <a:avLst/>
            <a:gdLst/>
            <a:ahLst/>
            <a:cxnLst/>
            <a:rect l="0" t="0" r="r" b="b"/>
            <a:pathLst>
              <a:path w="372" h="166">
                <a:moveTo>
                  <a:pt x="287" y="166"/>
                </a:moveTo>
                <a:cubicBezTo>
                  <a:pt x="290" y="166"/>
                  <a:pt x="292" y="165"/>
                  <a:pt x="293" y="164"/>
                </a:cubicBezTo>
                <a:cubicBezTo>
                  <a:pt x="293" y="163"/>
                  <a:pt x="294" y="163"/>
                  <a:pt x="294" y="163"/>
                </a:cubicBezTo>
                <a:cubicBezTo>
                  <a:pt x="370" y="87"/>
                  <a:pt x="370" y="87"/>
                  <a:pt x="370" y="87"/>
                </a:cubicBezTo>
                <a:cubicBezTo>
                  <a:pt x="372" y="85"/>
                  <a:pt x="372" y="81"/>
                  <a:pt x="370" y="78"/>
                </a:cubicBezTo>
                <a:cubicBezTo>
                  <a:pt x="294" y="3"/>
                  <a:pt x="294" y="3"/>
                  <a:pt x="294" y="3"/>
                </a:cubicBezTo>
                <a:cubicBezTo>
                  <a:pt x="294" y="2"/>
                  <a:pt x="293" y="2"/>
                  <a:pt x="293" y="2"/>
                </a:cubicBezTo>
                <a:cubicBezTo>
                  <a:pt x="292" y="1"/>
                  <a:pt x="290" y="0"/>
                  <a:pt x="287" y="0"/>
                </a:cubicBezTo>
                <a:cubicBezTo>
                  <a:pt x="0" y="0"/>
                  <a:pt x="0" y="0"/>
                  <a:pt x="0" y="0"/>
                </a:cubicBezTo>
                <a:cubicBezTo>
                  <a:pt x="0" y="166"/>
                  <a:pt x="0" y="166"/>
                  <a:pt x="0" y="166"/>
                </a:cubicBezTo>
                <a:lnTo>
                  <a:pt x="287" y="166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4529540"/>
            <a:ext cx="779767" cy="365125"/>
          </a:xfrm>
        </p:spPr>
        <p:txBody>
          <a:bodyPr/>
          <a:lstStyle/>
          <a:p>
            <a:fld id="{D78BAC15-CBEE-4F11-A261-AACFEEC355E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2177453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92925" y="624110"/>
            <a:ext cx="8911687" cy="1280890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89212" y="2133600"/>
            <a:ext cx="8915400" cy="3777622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23EA0E-320C-4A15-B0EB-4D07D8BCE7D2}" type="datetimeFigureOut">
              <a:rPr lang="fr-FR" smtClean="0"/>
              <a:t>31/08/2026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8BAC15-CBEE-4F11-A261-AACFEEC355E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479874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2058750"/>
            <a:ext cx="8915399" cy="146880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3530129"/>
            <a:ext cx="8915399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23EA0E-320C-4A15-B0EB-4D07D8BCE7D2}" type="datetimeFigureOut">
              <a:rPr lang="fr-FR" smtClean="0"/>
              <a:t>31/08/2026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D78BAC15-CBEE-4F11-A261-AACFEEC355E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07514177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589212" y="2133600"/>
            <a:ext cx="4313864" cy="3777622"/>
          </a:xfrm>
        </p:spPr>
        <p:txBody>
          <a:bodyPr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190747" y="2126222"/>
            <a:ext cx="4313864" cy="3777622"/>
          </a:xfrm>
        </p:spPr>
        <p:txBody>
          <a:bodyPr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23EA0E-320C-4A15-B0EB-4D07D8BCE7D2}" type="datetimeFigureOut">
              <a:rPr lang="fr-FR" smtClean="0"/>
              <a:t>31/08/2026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10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1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787782"/>
            <a:ext cx="779767" cy="365125"/>
          </a:xfrm>
        </p:spPr>
        <p:txBody>
          <a:bodyPr/>
          <a:lstStyle/>
          <a:p>
            <a:fld id="{D78BAC15-CBEE-4F11-A261-AACFEEC355E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5446506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939373" y="1972703"/>
            <a:ext cx="3992732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589212" y="2548966"/>
            <a:ext cx="4342893" cy="3354060"/>
          </a:xfrm>
        </p:spPr>
        <p:txBody>
          <a:bodyPr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506629" y="1969475"/>
            <a:ext cx="399900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166957" y="2545738"/>
            <a:ext cx="4338674" cy="3354060"/>
          </a:xfrm>
        </p:spPr>
        <p:txBody>
          <a:bodyPr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23EA0E-320C-4A15-B0EB-4D07D8BCE7D2}" type="datetimeFigureOut">
              <a:rPr lang="fr-FR" smtClean="0"/>
              <a:t>31/08/2026</a:t>
            </a:fld>
            <a:endParaRPr lang="fr-F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12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3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787782"/>
            <a:ext cx="779767" cy="365125"/>
          </a:xfrm>
        </p:spPr>
        <p:txBody>
          <a:bodyPr/>
          <a:lstStyle/>
          <a:p>
            <a:fld id="{D78BAC15-CBEE-4F11-A261-AACFEEC355E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5743931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23EA0E-320C-4A15-B0EB-4D07D8BCE7D2}" type="datetimeFigureOut">
              <a:rPr lang="fr-FR" smtClean="0"/>
              <a:t>31/08/2026</a:t>
            </a:fld>
            <a:endParaRPr lang="fr-F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8BAC15-CBEE-4F11-A261-AACFEEC355E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48033330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23EA0E-320C-4A15-B0EB-4D07D8BCE7D2}" type="datetimeFigureOut">
              <a:rPr lang="fr-FR" smtClean="0"/>
              <a:t>31/08/2026</a:t>
            </a:fld>
            <a:endParaRPr lang="fr-FR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8BAC15-CBEE-4F11-A261-AACFEEC355E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1769160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446088"/>
            <a:ext cx="3505199" cy="976312"/>
          </a:xfrm>
        </p:spPr>
        <p:txBody>
          <a:bodyPr anchor="b"/>
          <a:lstStyle>
            <a:lvl1pPr algn="l">
              <a:defRPr sz="2000" b="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323012" y="446088"/>
            <a:ext cx="5181600" cy="5414963"/>
          </a:xfrm>
        </p:spPr>
        <p:txBody>
          <a:bodyPr anchor="ctr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2" y="1598613"/>
            <a:ext cx="3505199" cy="4262436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23EA0E-320C-4A15-B0EB-4D07D8BCE7D2}" type="datetimeFigureOut">
              <a:rPr lang="fr-FR" smtClean="0"/>
              <a:t>31/08/2026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8BAC15-CBEE-4F11-A261-AACFEEC355E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212075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3" y="4800600"/>
            <a:ext cx="8915400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589212" y="634965"/>
            <a:ext cx="8915400" cy="3854970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fr-FR"/>
              <a:t>Cliquez sur l'icône pour ajouter une image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367338"/>
            <a:ext cx="8915400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23EA0E-320C-4A15-B0EB-4D07D8BCE7D2}" type="datetimeFigureOut">
              <a:rPr lang="fr-FR" smtClean="0"/>
              <a:t>31/08/2026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D78BAC15-CBEE-4F11-A261-AACFEEC355E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4557056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re et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609600"/>
            <a:ext cx="8915399" cy="311704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4354046"/>
            <a:ext cx="8915399" cy="1555864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23EA0E-320C-4A15-B0EB-4D07D8BCE7D2}" type="datetimeFigureOut">
              <a:rPr lang="fr-FR" smtClean="0"/>
              <a:t>31/08/2026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D78BAC15-CBEE-4F11-A261-AACFEEC355E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351462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ation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9949" y="609600"/>
            <a:ext cx="8393926" cy="289560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1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3275012" y="3505200"/>
            <a:ext cx="753655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4354046"/>
            <a:ext cx="8915399" cy="1555864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23EA0E-320C-4A15-B0EB-4D07D8BCE7D2}" type="datetimeFigureOut">
              <a:rPr lang="fr-FR" smtClean="0"/>
              <a:t>31/08/2026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11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D78BAC15-CBEE-4F11-A261-AACFEEC355E0}" type="slidenum">
              <a:rPr lang="fr-FR" smtClean="0"/>
              <a:t>‹N°›</a:t>
            </a:fld>
            <a:endParaRPr lang="fr-FR"/>
          </a:p>
        </p:txBody>
      </p:sp>
      <p:sp>
        <p:nvSpPr>
          <p:cNvPr id="14" name="TextBox 13"/>
          <p:cNvSpPr txBox="1"/>
          <p:nvPr/>
        </p:nvSpPr>
        <p:spPr>
          <a:xfrm>
            <a:off x="2467652" y="648005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14852" y="290530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52202102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rte n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3" y="2438400"/>
            <a:ext cx="8915400" cy="2724845"/>
          </a:xfrm>
        </p:spPr>
        <p:txBody>
          <a:bodyPr anchor="b">
            <a:normAutofit/>
          </a:bodyPr>
          <a:lstStyle>
            <a:lvl1pPr algn="l">
              <a:defRPr sz="4800" b="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23EA0E-320C-4A15-B0EB-4D07D8BCE7D2}" type="datetimeFigureOut">
              <a:rPr lang="fr-FR" smtClean="0"/>
              <a:t>31/08/2026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D78BAC15-CBEE-4F11-A261-AACFEEC355E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8006011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rte nom cit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2849949" y="609600"/>
            <a:ext cx="8393926" cy="289560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21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2589212" y="4343400"/>
            <a:ext cx="8915400" cy="838200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23EA0E-320C-4A15-B0EB-4D07D8BCE7D2}" type="datetimeFigureOut">
              <a:rPr lang="fr-FR" smtClean="0"/>
              <a:t>31/08/2026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11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D78BAC15-CBEE-4F11-A261-AACFEEC355E0}" type="slidenum">
              <a:rPr lang="fr-FR" smtClean="0"/>
              <a:t>‹N°›</a:t>
            </a:fld>
            <a:endParaRPr lang="fr-FR"/>
          </a:p>
        </p:txBody>
      </p:sp>
      <p:sp>
        <p:nvSpPr>
          <p:cNvPr id="17" name="TextBox 16"/>
          <p:cNvSpPr txBox="1"/>
          <p:nvPr/>
        </p:nvSpPr>
        <p:spPr>
          <a:xfrm>
            <a:off x="2467652" y="648005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14852" y="290530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71485188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Vrai ou fau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627407"/>
            <a:ext cx="8915399" cy="2880020"/>
          </a:xfrm>
        </p:spPr>
        <p:txBody>
          <a:bodyPr anchor="ctr">
            <a:normAutofit/>
          </a:bodyPr>
          <a:lstStyle>
            <a:lvl1pPr algn="l">
              <a:defRPr sz="4800" b="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21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2589212" y="4343400"/>
            <a:ext cx="8915400" cy="838200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23EA0E-320C-4A15-B0EB-4D07D8BCE7D2}" type="datetimeFigureOut">
              <a:rPr lang="fr-FR" smtClean="0"/>
              <a:t>31/08/2026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D78BAC15-CBEE-4F11-A261-AACFEEC355E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56521130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23EA0E-320C-4A15-B0EB-4D07D8BCE7D2}" type="datetimeFigureOut">
              <a:rPr lang="fr-FR" smtClean="0"/>
              <a:t>31/08/2026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8BAC15-CBEE-4F11-A261-AACFEEC355E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7376248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294812" y="627405"/>
            <a:ext cx="2207601" cy="5283817"/>
          </a:xfrm>
        </p:spPr>
        <p:txBody>
          <a:bodyPr vert="eaVert" anchor="ctr"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589212" y="627405"/>
            <a:ext cx="6477000" cy="5283817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23EA0E-320C-4A15-B0EB-4D07D8BCE7D2}" type="datetimeFigureOut">
              <a:rPr lang="fr-FR" smtClean="0"/>
              <a:t>31/08/2026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8BAC15-CBEE-4F11-A261-AACFEEC355E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5444161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Group 22"/>
          <p:cNvGrpSpPr/>
          <p:nvPr/>
        </p:nvGrpSpPr>
        <p:grpSpPr>
          <a:xfrm>
            <a:off x="1" y="228600"/>
            <a:ext cx="2851516" cy="6638628"/>
            <a:chOff x="2487613" y="285750"/>
            <a:chExt cx="2428875" cy="5654676"/>
          </a:xfrm>
        </p:grpSpPr>
        <p:sp>
          <p:nvSpPr>
            <p:cNvPr id="24" name="Freeform 11"/>
            <p:cNvSpPr/>
            <p:nvPr/>
          </p:nvSpPr>
          <p:spPr bwMode="auto">
            <a:xfrm>
              <a:off x="2487613" y="2284413"/>
              <a:ext cx="85725" cy="533400"/>
            </a:xfrm>
            <a:custGeom>
              <a:avLst/>
              <a:gdLst/>
              <a:ahLst/>
              <a:cxnLst/>
              <a:rect l="0" t="0" r="r" b="b"/>
              <a:pathLst>
                <a:path w="22" h="136">
                  <a:moveTo>
                    <a:pt x="22" y="136"/>
                  </a:moveTo>
                  <a:cubicBezTo>
                    <a:pt x="20" y="117"/>
                    <a:pt x="19" y="99"/>
                    <a:pt x="17" y="80"/>
                  </a:cubicBezTo>
                  <a:cubicBezTo>
                    <a:pt x="11" y="54"/>
                    <a:pt x="6" y="27"/>
                    <a:pt x="0" y="0"/>
                  </a:cubicBezTo>
                  <a:cubicBezTo>
                    <a:pt x="0" y="35"/>
                    <a:pt x="0" y="35"/>
                    <a:pt x="0" y="35"/>
                  </a:cubicBezTo>
                  <a:cubicBezTo>
                    <a:pt x="6" y="64"/>
                    <a:pt x="13" y="94"/>
                    <a:pt x="20" y="124"/>
                  </a:cubicBezTo>
                  <a:cubicBezTo>
                    <a:pt x="20" y="128"/>
                    <a:pt x="21" y="132"/>
                    <a:pt x="22" y="136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5" name="Freeform 12"/>
            <p:cNvSpPr/>
            <p:nvPr/>
          </p:nvSpPr>
          <p:spPr bwMode="auto">
            <a:xfrm>
              <a:off x="2597151" y="2779713"/>
              <a:ext cx="550863" cy="1978025"/>
            </a:xfrm>
            <a:custGeom>
              <a:avLst/>
              <a:gdLst/>
              <a:ahLst/>
              <a:cxnLst/>
              <a:rect l="0" t="0" r="r" b="b"/>
              <a:pathLst>
                <a:path w="140" h="504">
                  <a:moveTo>
                    <a:pt x="86" y="350"/>
                  </a:moveTo>
                  <a:cubicBezTo>
                    <a:pt x="103" y="402"/>
                    <a:pt x="120" y="453"/>
                    <a:pt x="139" y="504"/>
                  </a:cubicBezTo>
                  <a:cubicBezTo>
                    <a:pt x="139" y="495"/>
                    <a:pt x="139" y="487"/>
                    <a:pt x="140" y="478"/>
                  </a:cubicBezTo>
                  <a:cubicBezTo>
                    <a:pt x="124" y="435"/>
                    <a:pt x="109" y="391"/>
                    <a:pt x="95" y="347"/>
                  </a:cubicBezTo>
                  <a:cubicBezTo>
                    <a:pt x="58" y="233"/>
                    <a:pt x="27" y="117"/>
                    <a:pt x="0" y="0"/>
                  </a:cubicBezTo>
                  <a:cubicBezTo>
                    <a:pt x="2" y="20"/>
                    <a:pt x="4" y="41"/>
                    <a:pt x="6" y="61"/>
                  </a:cubicBezTo>
                  <a:cubicBezTo>
                    <a:pt x="30" y="158"/>
                    <a:pt x="56" y="255"/>
                    <a:pt x="86" y="35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6" name="Freeform 13"/>
            <p:cNvSpPr/>
            <p:nvPr/>
          </p:nvSpPr>
          <p:spPr bwMode="auto">
            <a:xfrm>
              <a:off x="3175001" y="4730750"/>
              <a:ext cx="519113" cy="1209675"/>
            </a:xfrm>
            <a:custGeom>
              <a:avLst/>
              <a:gdLst/>
              <a:ahLst/>
              <a:cxnLst/>
              <a:rect l="0" t="0" r="r" b="b"/>
              <a:pathLst>
                <a:path w="132" h="308">
                  <a:moveTo>
                    <a:pt x="8" y="22"/>
                  </a:moveTo>
                  <a:cubicBezTo>
                    <a:pt x="5" y="15"/>
                    <a:pt x="2" y="8"/>
                    <a:pt x="0" y="0"/>
                  </a:cubicBezTo>
                  <a:cubicBezTo>
                    <a:pt x="0" y="10"/>
                    <a:pt x="0" y="19"/>
                    <a:pt x="0" y="29"/>
                  </a:cubicBezTo>
                  <a:cubicBezTo>
                    <a:pt x="21" y="85"/>
                    <a:pt x="44" y="140"/>
                    <a:pt x="68" y="194"/>
                  </a:cubicBezTo>
                  <a:cubicBezTo>
                    <a:pt x="85" y="232"/>
                    <a:pt x="104" y="270"/>
                    <a:pt x="123" y="308"/>
                  </a:cubicBezTo>
                  <a:cubicBezTo>
                    <a:pt x="132" y="308"/>
                    <a:pt x="132" y="308"/>
                    <a:pt x="132" y="308"/>
                  </a:cubicBezTo>
                  <a:cubicBezTo>
                    <a:pt x="113" y="269"/>
                    <a:pt x="94" y="230"/>
                    <a:pt x="77" y="190"/>
                  </a:cubicBezTo>
                  <a:cubicBezTo>
                    <a:pt x="52" y="135"/>
                    <a:pt x="29" y="79"/>
                    <a:pt x="8" y="22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7" name="Freeform 14"/>
            <p:cNvSpPr/>
            <p:nvPr/>
          </p:nvSpPr>
          <p:spPr bwMode="auto">
            <a:xfrm>
              <a:off x="3305176" y="5630863"/>
              <a:ext cx="146050" cy="309563"/>
            </a:xfrm>
            <a:custGeom>
              <a:avLst/>
              <a:gdLst/>
              <a:ahLst/>
              <a:cxnLst/>
              <a:rect l="0" t="0" r="r" b="b"/>
              <a:pathLst>
                <a:path w="37" h="79">
                  <a:moveTo>
                    <a:pt x="28" y="79"/>
                  </a:moveTo>
                  <a:cubicBezTo>
                    <a:pt x="37" y="79"/>
                    <a:pt x="37" y="79"/>
                    <a:pt x="37" y="79"/>
                  </a:cubicBezTo>
                  <a:cubicBezTo>
                    <a:pt x="24" y="53"/>
                    <a:pt x="12" y="27"/>
                    <a:pt x="0" y="0"/>
                  </a:cubicBezTo>
                  <a:cubicBezTo>
                    <a:pt x="8" y="27"/>
                    <a:pt x="17" y="53"/>
                    <a:pt x="28" y="79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8" name="Freeform 15"/>
            <p:cNvSpPr/>
            <p:nvPr/>
          </p:nvSpPr>
          <p:spPr bwMode="auto">
            <a:xfrm>
              <a:off x="2573338" y="2817813"/>
              <a:ext cx="700088" cy="2835275"/>
            </a:xfrm>
            <a:custGeom>
              <a:avLst/>
              <a:gdLst/>
              <a:ahLst/>
              <a:cxnLst/>
              <a:rect l="0" t="0" r="r" b="b"/>
              <a:pathLst>
                <a:path w="178" h="722">
                  <a:moveTo>
                    <a:pt x="162" y="660"/>
                  </a:moveTo>
                  <a:cubicBezTo>
                    <a:pt x="145" y="618"/>
                    <a:pt x="130" y="576"/>
                    <a:pt x="116" y="534"/>
                  </a:cubicBezTo>
                  <a:cubicBezTo>
                    <a:pt x="84" y="437"/>
                    <a:pt x="59" y="337"/>
                    <a:pt x="40" y="236"/>
                  </a:cubicBezTo>
                  <a:cubicBezTo>
                    <a:pt x="29" y="175"/>
                    <a:pt x="20" y="113"/>
                    <a:pt x="12" y="51"/>
                  </a:cubicBezTo>
                  <a:cubicBezTo>
                    <a:pt x="8" y="34"/>
                    <a:pt x="4" y="17"/>
                    <a:pt x="0" y="0"/>
                  </a:cubicBezTo>
                  <a:cubicBezTo>
                    <a:pt x="8" y="79"/>
                    <a:pt x="19" y="159"/>
                    <a:pt x="33" y="237"/>
                  </a:cubicBezTo>
                  <a:cubicBezTo>
                    <a:pt x="51" y="339"/>
                    <a:pt x="76" y="439"/>
                    <a:pt x="107" y="537"/>
                  </a:cubicBezTo>
                  <a:cubicBezTo>
                    <a:pt x="123" y="586"/>
                    <a:pt x="141" y="634"/>
                    <a:pt x="160" y="681"/>
                  </a:cubicBezTo>
                  <a:cubicBezTo>
                    <a:pt x="166" y="695"/>
                    <a:pt x="172" y="708"/>
                    <a:pt x="178" y="722"/>
                  </a:cubicBezTo>
                  <a:cubicBezTo>
                    <a:pt x="176" y="717"/>
                    <a:pt x="175" y="713"/>
                    <a:pt x="174" y="708"/>
                  </a:cubicBezTo>
                  <a:cubicBezTo>
                    <a:pt x="169" y="692"/>
                    <a:pt x="165" y="676"/>
                    <a:pt x="162" y="66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9" name="Freeform 16"/>
            <p:cNvSpPr/>
            <p:nvPr/>
          </p:nvSpPr>
          <p:spPr bwMode="auto">
            <a:xfrm>
              <a:off x="2506663" y="285750"/>
              <a:ext cx="90488" cy="2493963"/>
            </a:xfrm>
            <a:custGeom>
              <a:avLst/>
              <a:gdLst/>
              <a:ahLst/>
              <a:cxnLst/>
              <a:rect l="0" t="0" r="r" b="b"/>
              <a:pathLst>
                <a:path w="23" h="635">
                  <a:moveTo>
                    <a:pt x="11" y="577"/>
                  </a:moveTo>
                  <a:cubicBezTo>
                    <a:pt x="12" y="581"/>
                    <a:pt x="12" y="585"/>
                    <a:pt x="12" y="589"/>
                  </a:cubicBezTo>
                  <a:cubicBezTo>
                    <a:pt x="15" y="603"/>
                    <a:pt x="19" y="617"/>
                    <a:pt x="22" y="632"/>
                  </a:cubicBezTo>
                  <a:cubicBezTo>
                    <a:pt x="22" y="633"/>
                    <a:pt x="22" y="634"/>
                    <a:pt x="23" y="635"/>
                  </a:cubicBezTo>
                  <a:cubicBezTo>
                    <a:pt x="21" y="615"/>
                    <a:pt x="19" y="596"/>
                    <a:pt x="17" y="576"/>
                  </a:cubicBezTo>
                  <a:cubicBezTo>
                    <a:pt x="9" y="474"/>
                    <a:pt x="5" y="372"/>
                    <a:pt x="5" y="269"/>
                  </a:cubicBezTo>
                  <a:cubicBezTo>
                    <a:pt x="6" y="179"/>
                    <a:pt x="9" y="90"/>
                    <a:pt x="15" y="0"/>
                  </a:cubicBezTo>
                  <a:cubicBezTo>
                    <a:pt x="12" y="0"/>
                    <a:pt x="12" y="0"/>
                    <a:pt x="12" y="0"/>
                  </a:cubicBezTo>
                  <a:cubicBezTo>
                    <a:pt x="5" y="89"/>
                    <a:pt x="2" y="179"/>
                    <a:pt x="1" y="269"/>
                  </a:cubicBezTo>
                  <a:cubicBezTo>
                    <a:pt x="0" y="372"/>
                    <a:pt x="3" y="474"/>
                    <a:pt x="11" y="577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0" name="Freeform 17"/>
            <p:cNvSpPr/>
            <p:nvPr/>
          </p:nvSpPr>
          <p:spPr bwMode="auto">
            <a:xfrm>
              <a:off x="2554288" y="2598738"/>
              <a:ext cx="66675" cy="420688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0" y="0"/>
                  </a:moveTo>
                  <a:cubicBezTo>
                    <a:pt x="2" y="19"/>
                    <a:pt x="3" y="37"/>
                    <a:pt x="5" y="56"/>
                  </a:cubicBezTo>
                  <a:cubicBezTo>
                    <a:pt x="9" y="73"/>
                    <a:pt x="13" y="90"/>
                    <a:pt x="17" y="107"/>
                  </a:cubicBezTo>
                  <a:cubicBezTo>
                    <a:pt x="15" y="87"/>
                    <a:pt x="13" y="66"/>
                    <a:pt x="11" y="46"/>
                  </a:cubicBezTo>
                  <a:cubicBezTo>
                    <a:pt x="10" y="45"/>
                    <a:pt x="10" y="44"/>
                    <a:pt x="10" y="43"/>
                  </a:cubicBezTo>
                  <a:cubicBezTo>
                    <a:pt x="7" y="28"/>
                    <a:pt x="3" y="1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1" name="Freeform 18"/>
            <p:cNvSpPr/>
            <p:nvPr/>
          </p:nvSpPr>
          <p:spPr bwMode="auto">
            <a:xfrm>
              <a:off x="3143251" y="4757738"/>
              <a:ext cx="161925" cy="873125"/>
            </a:xfrm>
            <a:custGeom>
              <a:avLst/>
              <a:gdLst/>
              <a:ahLst/>
              <a:cxnLst/>
              <a:rect l="0" t="0" r="r" b="b"/>
              <a:pathLst>
                <a:path w="41" h="222">
                  <a:moveTo>
                    <a:pt x="0" y="0"/>
                  </a:moveTo>
                  <a:cubicBezTo>
                    <a:pt x="0" y="31"/>
                    <a:pt x="2" y="62"/>
                    <a:pt x="5" y="93"/>
                  </a:cubicBezTo>
                  <a:cubicBezTo>
                    <a:pt x="8" y="117"/>
                    <a:pt x="12" y="142"/>
                    <a:pt x="17" y="166"/>
                  </a:cubicBezTo>
                  <a:cubicBezTo>
                    <a:pt x="19" y="172"/>
                    <a:pt x="22" y="178"/>
                    <a:pt x="24" y="184"/>
                  </a:cubicBezTo>
                  <a:cubicBezTo>
                    <a:pt x="30" y="197"/>
                    <a:pt x="35" y="209"/>
                    <a:pt x="41" y="222"/>
                  </a:cubicBezTo>
                  <a:cubicBezTo>
                    <a:pt x="40" y="219"/>
                    <a:pt x="39" y="215"/>
                    <a:pt x="38" y="212"/>
                  </a:cubicBezTo>
                  <a:cubicBezTo>
                    <a:pt x="26" y="172"/>
                    <a:pt x="18" y="132"/>
                    <a:pt x="13" y="92"/>
                  </a:cubicBezTo>
                  <a:cubicBezTo>
                    <a:pt x="11" y="68"/>
                    <a:pt x="9" y="45"/>
                    <a:pt x="8" y="22"/>
                  </a:cubicBezTo>
                  <a:cubicBezTo>
                    <a:pt x="8" y="21"/>
                    <a:pt x="7" y="20"/>
                    <a:pt x="7" y="18"/>
                  </a:cubicBezTo>
                  <a:cubicBezTo>
                    <a:pt x="5" y="12"/>
                    <a:pt x="2" y="6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2" name="Freeform 19"/>
            <p:cNvSpPr/>
            <p:nvPr/>
          </p:nvSpPr>
          <p:spPr bwMode="auto">
            <a:xfrm>
              <a:off x="3148013" y="1282700"/>
              <a:ext cx="1768475" cy="3448050"/>
            </a:xfrm>
            <a:custGeom>
              <a:avLst/>
              <a:gdLst/>
              <a:ahLst/>
              <a:cxnLst/>
              <a:rect l="0" t="0" r="r" b="b"/>
              <a:pathLst>
                <a:path w="450" h="878">
                  <a:moveTo>
                    <a:pt x="7" y="854"/>
                  </a:moveTo>
                  <a:cubicBezTo>
                    <a:pt x="10" y="772"/>
                    <a:pt x="26" y="691"/>
                    <a:pt x="50" y="613"/>
                  </a:cubicBezTo>
                  <a:cubicBezTo>
                    <a:pt x="75" y="535"/>
                    <a:pt x="109" y="460"/>
                    <a:pt x="149" y="388"/>
                  </a:cubicBezTo>
                  <a:cubicBezTo>
                    <a:pt x="189" y="316"/>
                    <a:pt x="235" y="248"/>
                    <a:pt x="285" y="183"/>
                  </a:cubicBezTo>
                  <a:cubicBezTo>
                    <a:pt x="310" y="151"/>
                    <a:pt x="337" y="119"/>
                    <a:pt x="364" y="89"/>
                  </a:cubicBezTo>
                  <a:cubicBezTo>
                    <a:pt x="378" y="74"/>
                    <a:pt x="392" y="58"/>
                    <a:pt x="406" y="44"/>
                  </a:cubicBezTo>
                  <a:cubicBezTo>
                    <a:pt x="421" y="29"/>
                    <a:pt x="435" y="15"/>
                    <a:pt x="450" y="1"/>
                  </a:cubicBezTo>
                  <a:cubicBezTo>
                    <a:pt x="450" y="0"/>
                    <a:pt x="450" y="0"/>
                    <a:pt x="450" y="0"/>
                  </a:cubicBezTo>
                  <a:cubicBezTo>
                    <a:pt x="434" y="14"/>
                    <a:pt x="420" y="28"/>
                    <a:pt x="405" y="43"/>
                  </a:cubicBezTo>
                  <a:cubicBezTo>
                    <a:pt x="391" y="57"/>
                    <a:pt x="377" y="72"/>
                    <a:pt x="363" y="88"/>
                  </a:cubicBezTo>
                  <a:cubicBezTo>
                    <a:pt x="335" y="118"/>
                    <a:pt x="308" y="149"/>
                    <a:pt x="283" y="181"/>
                  </a:cubicBezTo>
                  <a:cubicBezTo>
                    <a:pt x="232" y="246"/>
                    <a:pt x="185" y="314"/>
                    <a:pt x="145" y="386"/>
                  </a:cubicBezTo>
                  <a:cubicBezTo>
                    <a:pt x="104" y="457"/>
                    <a:pt x="70" y="533"/>
                    <a:pt x="45" y="611"/>
                  </a:cubicBezTo>
                  <a:cubicBezTo>
                    <a:pt x="19" y="690"/>
                    <a:pt x="3" y="771"/>
                    <a:pt x="0" y="854"/>
                  </a:cubicBezTo>
                  <a:cubicBezTo>
                    <a:pt x="0" y="856"/>
                    <a:pt x="0" y="857"/>
                    <a:pt x="0" y="859"/>
                  </a:cubicBezTo>
                  <a:cubicBezTo>
                    <a:pt x="2" y="865"/>
                    <a:pt x="4" y="872"/>
                    <a:pt x="7" y="878"/>
                  </a:cubicBezTo>
                  <a:cubicBezTo>
                    <a:pt x="7" y="870"/>
                    <a:pt x="7" y="862"/>
                    <a:pt x="7" y="85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3" name="Freeform 20"/>
            <p:cNvSpPr/>
            <p:nvPr/>
          </p:nvSpPr>
          <p:spPr bwMode="auto">
            <a:xfrm>
              <a:off x="3273426" y="5653088"/>
              <a:ext cx="138113" cy="287338"/>
            </a:xfrm>
            <a:custGeom>
              <a:avLst/>
              <a:gdLst/>
              <a:ahLst/>
              <a:cxnLst/>
              <a:rect l="0" t="0" r="r" b="b"/>
              <a:pathLst>
                <a:path w="35" h="73">
                  <a:moveTo>
                    <a:pt x="0" y="0"/>
                  </a:moveTo>
                  <a:cubicBezTo>
                    <a:pt x="7" y="24"/>
                    <a:pt x="16" y="49"/>
                    <a:pt x="26" y="73"/>
                  </a:cubicBezTo>
                  <a:cubicBezTo>
                    <a:pt x="35" y="73"/>
                    <a:pt x="35" y="73"/>
                    <a:pt x="35" y="73"/>
                  </a:cubicBezTo>
                  <a:cubicBezTo>
                    <a:pt x="23" y="49"/>
                    <a:pt x="11" y="2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4" name="Freeform 21"/>
            <p:cNvSpPr/>
            <p:nvPr/>
          </p:nvSpPr>
          <p:spPr bwMode="auto">
            <a:xfrm>
              <a:off x="3143251" y="4656138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7" y="44"/>
                  </a:moveTo>
                  <a:cubicBezTo>
                    <a:pt x="7" y="46"/>
                    <a:pt x="8" y="47"/>
                    <a:pt x="8" y="48"/>
                  </a:cubicBezTo>
                  <a:cubicBezTo>
                    <a:pt x="8" y="38"/>
                    <a:pt x="8" y="29"/>
                    <a:pt x="8" y="19"/>
                  </a:cubicBezTo>
                  <a:cubicBezTo>
                    <a:pt x="5" y="13"/>
                    <a:pt x="3" y="6"/>
                    <a:pt x="1" y="0"/>
                  </a:cubicBezTo>
                  <a:cubicBezTo>
                    <a:pt x="0" y="9"/>
                    <a:pt x="0" y="17"/>
                    <a:pt x="0" y="26"/>
                  </a:cubicBezTo>
                  <a:cubicBezTo>
                    <a:pt x="2" y="32"/>
                    <a:pt x="5" y="38"/>
                    <a:pt x="7" y="4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5" name="Freeform 22"/>
            <p:cNvSpPr/>
            <p:nvPr/>
          </p:nvSpPr>
          <p:spPr bwMode="auto">
            <a:xfrm>
              <a:off x="3211513" y="5410200"/>
              <a:ext cx="203200" cy="530225"/>
            </a:xfrm>
            <a:custGeom>
              <a:avLst/>
              <a:gdLst/>
              <a:ahLst/>
              <a:cxnLst/>
              <a:rect l="0" t="0" r="r" b="b"/>
              <a:pathLst>
                <a:path w="52" h="135">
                  <a:moveTo>
                    <a:pt x="7" y="18"/>
                  </a:moveTo>
                  <a:cubicBezTo>
                    <a:pt x="5" y="12"/>
                    <a:pt x="2" y="6"/>
                    <a:pt x="0" y="0"/>
                  </a:cubicBezTo>
                  <a:cubicBezTo>
                    <a:pt x="3" y="16"/>
                    <a:pt x="7" y="32"/>
                    <a:pt x="12" y="48"/>
                  </a:cubicBezTo>
                  <a:cubicBezTo>
                    <a:pt x="13" y="53"/>
                    <a:pt x="14" y="57"/>
                    <a:pt x="16" y="62"/>
                  </a:cubicBezTo>
                  <a:cubicBezTo>
                    <a:pt x="27" y="86"/>
                    <a:pt x="39" y="111"/>
                    <a:pt x="51" y="135"/>
                  </a:cubicBezTo>
                  <a:cubicBezTo>
                    <a:pt x="52" y="135"/>
                    <a:pt x="52" y="135"/>
                    <a:pt x="52" y="135"/>
                  </a:cubicBezTo>
                  <a:cubicBezTo>
                    <a:pt x="41" y="109"/>
                    <a:pt x="32" y="83"/>
                    <a:pt x="24" y="56"/>
                  </a:cubicBezTo>
                  <a:cubicBezTo>
                    <a:pt x="18" y="43"/>
                    <a:pt x="13" y="31"/>
                    <a:pt x="7" y="18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</p:grpSp>
      <p:grpSp>
        <p:nvGrpSpPr>
          <p:cNvPr id="10" name="Group 9"/>
          <p:cNvGrpSpPr/>
          <p:nvPr/>
        </p:nvGrpSpPr>
        <p:grpSpPr>
          <a:xfrm>
            <a:off x="27221" y="-786"/>
            <a:ext cx="2356674" cy="6854039"/>
            <a:chOff x="6627813" y="194833"/>
            <a:chExt cx="1952625" cy="5678918"/>
          </a:xfrm>
        </p:grpSpPr>
        <p:sp>
          <p:nvSpPr>
            <p:cNvPr id="11" name="Freeform 27"/>
            <p:cNvSpPr/>
            <p:nvPr/>
          </p:nvSpPr>
          <p:spPr bwMode="auto">
            <a:xfrm>
              <a:off x="6627813" y="194833"/>
              <a:ext cx="409575" cy="3646488"/>
            </a:xfrm>
            <a:custGeom>
              <a:avLst/>
              <a:gdLst/>
              <a:ahLst/>
              <a:cxnLst/>
              <a:rect l="0" t="0" r="r" b="b"/>
              <a:pathLst>
                <a:path w="103" h="920">
                  <a:moveTo>
                    <a:pt x="7" y="210"/>
                  </a:moveTo>
                  <a:cubicBezTo>
                    <a:pt x="11" y="288"/>
                    <a:pt x="17" y="367"/>
                    <a:pt x="26" y="445"/>
                  </a:cubicBezTo>
                  <a:cubicBezTo>
                    <a:pt x="34" y="523"/>
                    <a:pt x="44" y="601"/>
                    <a:pt x="57" y="679"/>
                  </a:cubicBezTo>
                  <a:cubicBezTo>
                    <a:pt x="69" y="757"/>
                    <a:pt x="84" y="834"/>
                    <a:pt x="101" y="911"/>
                  </a:cubicBezTo>
                  <a:cubicBezTo>
                    <a:pt x="102" y="914"/>
                    <a:pt x="103" y="917"/>
                    <a:pt x="103" y="920"/>
                  </a:cubicBezTo>
                  <a:cubicBezTo>
                    <a:pt x="102" y="905"/>
                    <a:pt x="100" y="889"/>
                    <a:pt x="99" y="874"/>
                  </a:cubicBezTo>
                  <a:cubicBezTo>
                    <a:pt x="99" y="871"/>
                    <a:pt x="99" y="868"/>
                    <a:pt x="99" y="866"/>
                  </a:cubicBezTo>
                  <a:cubicBezTo>
                    <a:pt x="85" y="803"/>
                    <a:pt x="73" y="741"/>
                    <a:pt x="63" y="678"/>
                  </a:cubicBezTo>
                  <a:cubicBezTo>
                    <a:pt x="50" y="600"/>
                    <a:pt x="39" y="523"/>
                    <a:pt x="30" y="444"/>
                  </a:cubicBezTo>
                  <a:cubicBezTo>
                    <a:pt x="21" y="366"/>
                    <a:pt x="14" y="288"/>
                    <a:pt x="9" y="209"/>
                  </a:cubicBezTo>
                  <a:cubicBezTo>
                    <a:pt x="7" y="170"/>
                    <a:pt x="5" y="131"/>
                    <a:pt x="3" y="92"/>
                  </a:cubicBezTo>
                  <a:cubicBezTo>
                    <a:pt x="2" y="61"/>
                    <a:pt x="1" y="31"/>
                    <a:pt x="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31"/>
                    <a:pt x="1" y="61"/>
                    <a:pt x="1" y="92"/>
                  </a:cubicBezTo>
                  <a:cubicBezTo>
                    <a:pt x="3" y="131"/>
                    <a:pt x="4" y="170"/>
                    <a:pt x="7" y="21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2" name="Freeform 28"/>
            <p:cNvSpPr/>
            <p:nvPr/>
          </p:nvSpPr>
          <p:spPr bwMode="auto">
            <a:xfrm>
              <a:off x="7061201" y="3771900"/>
              <a:ext cx="350838" cy="1309688"/>
            </a:xfrm>
            <a:custGeom>
              <a:avLst/>
              <a:gdLst/>
              <a:ahLst/>
              <a:cxnLst/>
              <a:rect l="0" t="0" r="r" b="b"/>
              <a:pathLst>
                <a:path w="88" h="330">
                  <a:moveTo>
                    <a:pt x="53" y="229"/>
                  </a:moveTo>
                  <a:cubicBezTo>
                    <a:pt x="64" y="263"/>
                    <a:pt x="75" y="297"/>
                    <a:pt x="88" y="330"/>
                  </a:cubicBezTo>
                  <a:cubicBezTo>
                    <a:pt x="88" y="323"/>
                    <a:pt x="88" y="315"/>
                    <a:pt x="88" y="308"/>
                  </a:cubicBezTo>
                  <a:cubicBezTo>
                    <a:pt x="88" y="307"/>
                    <a:pt x="88" y="305"/>
                    <a:pt x="88" y="304"/>
                  </a:cubicBezTo>
                  <a:cubicBezTo>
                    <a:pt x="79" y="278"/>
                    <a:pt x="70" y="252"/>
                    <a:pt x="62" y="226"/>
                  </a:cubicBezTo>
                  <a:cubicBezTo>
                    <a:pt x="38" y="152"/>
                    <a:pt x="17" y="76"/>
                    <a:pt x="0" y="0"/>
                  </a:cubicBezTo>
                  <a:cubicBezTo>
                    <a:pt x="2" y="21"/>
                    <a:pt x="4" y="42"/>
                    <a:pt x="7" y="63"/>
                  </a:cubicBezTo>
                  <a:cubicBezTo>
                    <a:pt x="21" y="119"/>
                    <a:pt x="36" y="174"/>
                    <a:pt x="53" y="22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3" name="Freeform 29"/>
            <p:cNvSpPr/>
            <p:nvPr/>
          </p:nvSpPr>
          <p:spPr bwMode="auto">
            <a:xfrm>
              <a:off x="7439026" y="5053013"/>
              <a:ext cx="357188" cy="820738"/>
            </a:xfrm>
            <a:custGeom>
              <a:avLst/>
              <a:gdLst/>
              <a:ahLst/>
              <a:cxnLst/>
              <a:rect l="0" t="0" r="r" b="b"/>
              <a:pathLst>
                <a:path w="90" h="207">
                  <a:moveTo>
                    <a:pt x="6" y="15"/>
                  </a:moveTo>
                  <a:cubicBezTo>
                    <a:pt x="4" y="10"/>
                    <a:pt x="2" y="5"/>
                    <a:pt x="0" y="0"/>
                  </a:cubicBezTo>
                  <a:cubicBezTo>
                    <a:pt x="0" y="9"/>
                    <a:pt x="0" y="19"/>
                    <a:pt x="1" y="29"/>
                  </a:cubicBezTo>
                  <a:cubicBezTo>
                    <a:pt x="14" y="62"/>
                    <a:pt x="27" y="95"/>
                    <a:pt x="42" y="127"/>
                  </a:cubicBezTo>
                  <a:cubicBezTo>
                    <a:pt x="54" y="154"/>
                    <a:pt x="67" y="181"/>
                    <a:pt x="80" y="207"/>
                  </a:cubicBezTo>
                  <a:cubicBezTo>
                    <a:pt x="90" y="207"/>
                    <a:pt x="90" y="207"/>
                    <a:pt x="90" y="207"/>
                  </a:cubicBezTo>
                  <a:cubicBezTo>
                    <a:pt x="76" y="180"/>
                    <a:pt x="63" y="152"/>
                    <a:pt x="50" y="123"/>
                  </a:cubicBezTo>
                  <a:cubicBezTo>
                    <a:pt x="34" y="88"/>
                    <a:pt x="20" y="51"/>
                    <a:pt x="6" y="15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4" name="Freeform 30"/>
            <p:cNvSpPr/>
            <p:nvPr/>
          </p:nvSpPr>
          <p:spPr bwMode="auto">
            <a:xfrm>
              <a:off x="7037388" y="3811588"/>
              <a:ext cx="457200" cy="1852613"/>
            </a:xfrm>
            <a:custGeom>
              <a:avLst/>
              <a:gdLst/>
              <a:ahLst/>
              <a:cxnLst/>
              <a:rect l="0" t="0" r="r" b="b"/>
              <a:pathLst>
                <a:path w="115" h="467">
                  <a:moveTo>
                    <a:pt x="101" y="409"/>
                  </a:moveTo>
                  <a:cubicBezTo>
                    <a:pt x="93" y="388"/>
                    <a:pt x="85" y="366"/>
                    <a:pt x="78" y="344"/>
                  </a:cubicBezTo>
                  <a:cubicBezTo>
                    <a:pt x="57" y="281"/>
                    <a:pt x="41" y="216"/>
                    <a:pt x="29" y="151"/>
                  </a:cubicBezTo>
                  <a:cubicBezTo>
                    <a:pt x="22" y="119"/>
                    <a:pt x="17" y="86"/>
                    <a:pt x="13" y="53"/>
                  </a:cubicBezTo>
                  <a:cubicBezTo>
                    <a:pt x="9" y="35"/>
                    <a:pt x="4" y="18"/>
                    <a:pt x="0" y="0"/>
                  </a:cubicBezTo>
                  <a:cubicBezTo>
                    <a:pt x="5" y="51"/>
                    <a:pt x="12" y="102"/>
                    <a:pt x="21" y="152"/>
                  </a:cubicBezTo>
                  <a:cubicBezTo>
                    <a:pt x="33" y="218"/>
                    <a:pt x="49" y="283"/>
                    <a:pt x="69" y="347"/>
                  </a:cubicBezTo>
                  <a:cubicBezTo>
                    <a:pt x="79" y="378"/>
                    <a:pt x="90" y="410"/>
                    <a:pt x="103" y="441"/>
                  </a:cubicBezTo>
                  <a:cubicBezTo>
                    <a:pt x="107" y="449"/>
                    <a:pt x="111" y="458"/>
                    <a:pt x="115" y="467"/>
                  </a:cubicBezTo>
                  <a:cubicBezTo>
                    <a:pt x="114" y="464"/>
                    <a:pt x="113" y="461"/>
                    <a:pt x="112" y="458"/>
                  </a:cubicBezTo>
                  <a:cubicBezTo>
                    <a:pt x="108" y="442"/>
                    <a:pt x="104" y="425"/>
                    <a:pt x="101" y="40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5" name="Freeform 31"/>
            <p:cNvSpPr/>
            <p:nvPr/>
          </p:nvSpPr>
          <p:spPr bwMode="auto">
            <a:xfrm>
              <a:off x="6992938" y="1263650"/>
              <a:ext cx="144463" cy="2508250"/>
            </a:xfrm>
            <a:custGeom>
              <a:avLst/>
              <a:gdLst/>
              <a:ahLst/>
              <a:cxnLst/>
              <a:rect l="0" t="0" r="r" b="b"/>
              <a:pathLst>
                <a:path w="36" h="633">
                  <a:moveTo>
                    <a:pt x="17" y="633"/>
                  </a:moveTo>
                  <a:cubicBezTo>
                    <a:pt x="15" y="621"/>
                    <a:pt x="14" y="609"/>
                    <a:pt x="13" y="597"/>
                  </a:cubicBezTo>
                  <a:cubicBezTo>
                    <a:pt x="8" y="530"/>
                    <a:pt x="5" y="464"/>
                    <a:pt x="5" y="398"/>
                  </a:cubicBezTo>
                  <a:cubicBezTo>
                    <a:pt x="5" y="331"/>
                    <a:pt x="8" y="265"/>
                    <a:pt x="13" y="198"/>
                  </a:cubicBezTo>
                  <a:cubicBezTo>
                    <a:pt x="15" y="165"/>
                    <a:pt x="18" y="132"/>
                    <a:pt x="22" y="99"/>
                  </a:cubicBezTo>
                  <a:cubicBezTo>
                    <a:pt x="26" y="66"/>
                    <a:pt x="30" y="33"/>
                    <a:pt x="36" y="0"/>
                  </a:cubicBezTo>
                  <a:cubicBezTo>
                    <a:pt x="35" y="0"/>
                    <a:pt x="35" y="0"/>
                    <a:pt x="35" y="0"/>
                  </a:cubicBezTo>
                  <a:cubicBezTo>
                    <a:pt x="29" y="33"/>
                    <a:pt x="24" y="66"/>
                    <a:pt x="20" y="99"/>
                  </a:cubicBezTo>
                  <a:cubicBezTo>
                    <a:pt x="16" y="132"/>
                    <a:pt x="13" y="165"/>
                    <a:pt x="10" y="198"/>
                  </a:cubicBezTo>
                  <a:cubicBezTo>
                    <a:pt x="4" y="264"/>
                    <a:pt x="1" y="331"/>
                    <a:pt x="1" y="398"/>
                  </a:cubicBezTo>
                  <a:cubicBezTo>
                    <a:pt x="0" y="461"/>
                    <a:pt x="2" y="525"/>
                    <a:pt x="7" y="589"/>
                  </a:cubicBezTo>
                  <a:cubicBezTo>
                    <a:pt x="10" y="603"/>
                    <a:pt x="13" y="618"/>
                    <a:pt x="16" y="632"/>
                  </a:cubicBezTo>
                  <a:cubicBezTo>
                    <a:pt x="16" y="632"/>
                    <a:pt x="17" y="633"/>
                    <a:pt x="17" y="63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6" name="Freeform 32"/>
            <p:cNvSpPr/>
            <p:nvPr/>
          </p:nvSpPr>
          <p:spPr bwMode="auto">
            <a:xfrm>
              <a:off x="7526338" y="5640388"/>
              <a:ext cx="111125" cy="233363"/>
            </a:xfrm>
            <a:custGeom>
              <a:avLst/>
              <a:gdLst/>
              <a:ahLst/>
              <a:cxnLst/>
              <a:rect l="0" t="0" r="r" b="b"/>
              <a:pathLst>
                <a:path w="28" h="59">
                  <a:moveTo>
                    <a:pt x="22" y="59"/>
                  </a:moveTo>
                  <a:cubicBezTo>
                    <a:pt x="28" y="59"/>
                    <a:pt x="28" y="59"/>
                    <a:pt x="28" y="59"/>
                  </a:cubicBezTo>
                  <a:cubicBezTo>
                    <a:pt x="18" y="40"/>
                    <a:pt x="9" y="20"/>
                    <a:pt x="0" y="0"/>
                  </a:cubicBezTo>
                  <a:cubicBezTo>
                    <a:pt x="6" y="20"/>
                    <a:pt x="13" y="40"/>
                    <a:pt x="22" y="5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7" name="Freeform 33"/>
            <p:cNvSpPr/>
            <p:nvPr/>
          </p:nvSpPr>
          <p:spPr bwMode="auto">
            <a:xfrm>
              <a:off x="7021513" y="3598863"/>
              <a:ext cx="68263" cy="423863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4" y="54"/>
                  </a:moveTo>
                  <a:cubicBezTo>
                    <a:pt x="8" y="72"/>
                    <a:pt x="13" y="89"/>
                    <a:pt x="17" y="107"/>
                  </a:cubicBezTo>
                  <a:cubicBezTo>
                    <a:pt x="14" y="86"/>
                    <a:pt x="12" y="65"/>
                    <a:pt x="10" y="44"/>
                  </a:cubicBezTo>
                  <a:cubicBezTo>
                    <a:pt x="10" y="44"/>
                    <a:pt x="9" y="43"/>
                    <a:pt x="9" y="43"/>
                  </a:cubicBezTo>
                  <a:cubicBezTo>
                    <a:pt x="6" y="29"/>
                    <a:pt x="3" y="14"/>
                    <a:pt x="0" y="0"/>
                  </a:cubicBezTo>
                  <a:cubicBezTo>
                    <a:pt x="0" y="2"/>
                    <a:pt x="0" y="5"/>
                    <a:pt x="0" y="8"/>
                  </a:cubicBezTo>
                  <a:cubicBezTo>
                    <a:pt x="1" y="23"/>
                    <a:pt x="3" y="39"/>
                    <a:pt x="4" y="54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8" name="Freeform 34"/>
            <p:cNvSpPr/>
            <p:nvPr/>
          </p:nvSpPr>
          <p:spPr bwMode="auto">
            <a:xfrm>
              <a:off x="7412038" y="2801938"/>
              <a:ext cx="1168400" cy="2251075"/>
            </a:xfrm>
            <a:custGeom>
              <a:avLst/>
              <a:gdLst/>
              <a:ahLst/>
              <a:cxnLst/>
              <a:rect l="0" t="0" r="r" b="b"/>
              <a:pathLst>
                <a:path w="294" h="568">
                  <a:moveTo>
                    <a:pt x="8" y="553"/>
                  </a:moveTo>
                  <a:cubicBezTo>
                    <a:pt x="9" y="501"/>
                    <a:pt x="19" y="448"/>
                    <a:pt x="35" y="397"/>
                  </a:cubicBezTo>
                  <a:cubicBezTo>
                    <a:pt x="51" y="347"/>
                    <a:pt x="73" y="298"/>
                    <a:pt x="99" y="252"/>
                  </a:cubicBezTo>
                  <a:cubicBezTo>
                    <a:pt x="124" y="205"/>
                    <a:pt x="154" y="161"/>
                    <a:pt x="187" y="119"/>
                  </a:cubicBezTo>
                  <a:cubicBezTo>
                    <a:pt x="203" y="98"/>
                    <a:pt x="220" y="77"/>
                    <a:pt x="238" y="58"/>
                  </a:cubicBezTo>
                  <a:cubicBezTo>
                    <a:pt x="247" y="48"/>
                    <a:pt x="256" y="38"/>
                    <a:pt x="265" y="28"/>
                  </a:cubicBezTo>
                  <a:cubicBezTo>
                    <a:pt x="274" y="19"/>
                    <a:pt x="284" y="9"/>
                    <a:pt x="294" y="0"/>
                  </a:cubicBezTo>
                  <a:cubicBezTo>
                    <a:pt x="293" y="0"/>
                    <a:pt x="293" y="0"/>
                    <a:pt x="293" y="0"/>
                  </a:cubicBezTo>
                  <a:cubicBezTo>
                    <a:pt x="283" y="9"/>
                    <a:pt x="273" y="18"/>
                    <a:pt x="264" y="27"/>
                  </a:cubicBezTo>
                  <a:cubicBezTo>
                    <a:pt x="255" y="37"/>
                    <a:pt x="246" y="47"/>
                    <a:pt x="237" y="56"/>
                  </a:cubicBezTo>
                  <a:cubicBezTo>
                    <a:pt x="218" y="76"/>
                    <a:pt x="201" y="96"/>
                    <a:pt x="185" y="117"/>
                  </a:cubicBezTo>
                  <a:cubicBezTo>
                    <a:pt x="151" y="159"/>
                    <a:pt x="121" y="203"/>
                    <a:pt x="95" y="249"/>
                  </a:cubicBezTo>
                  <a:cubicBezTo>
                    <a:pt x="68" y="296"/>
                    <a:pt x="46" y="345"/>
                    <a:pt x="30" y="396"/>
                  </a:cubicBezTo>
                  <a:cubicBezTo>
                    <a:pt x="13" y="445"/>
                    <a:pt x="3" y="497"/>
                    <a:pt x="0" y="549"/>
                  </a:cubicBezTo>
                  <a:cubicBezTo>
                    <a:pt x="3" y="555"/>
                    <a:pt x="5" y="561"/>
                    <a:pt x="7" y="568"/>
                  </a:cubicBezTo>
                  <a:cubicBezTo>
                    <a:pt x="7" y="563"/>
                    <a:pt x="7" y="558"/>
                    <a:pt x="8" y="55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9" name="Freeform 35"/>
            <p:cNvSpPr/>
            <p:nvPr/>
          </p:nvSpPr>
          <p:spPr bwMode="auto">
            <a:xfrm>
              <a:off x="7494588" y="5664200"/>
              <a:ext cx="100013" cy="209550"/>
            </a:xfrm>
            <a:custGeom>
              <a:avLst/>
              <a:gdLst/>
              <a:ahLst/>
              <a:cxnLst/>
              <a:rect l="0" t="0" r="r" b="b"/>
              <a:pathLst>
                <a:path w="25" h="53">
                  <a:moveTo>
                    <a:pt x="0" y="0"/>
                  </a:moveTo>
                  <a:cubicBezTo>
                    <a:pt x="5" y="18"/>
                    <a:pt x="12" y="36"/>
                    <a:pt x="19" y="53"/>
                  </a:cubicBezTo>
                  <a:cubicBezTo>
                    <a:pt x="25" y="53"/>
                    <a:pt x="25" y="53"/>
                    <a:pt x="25" y="53"/>
                  </a:cubicBezTo>
                  <a:cubicBezTo>
                    <a:pt x="16" y="36"/>
                    <a:pt x="8" y="18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20" name="Freeform 36"/>
            <p:cNvSpPr/>
            <p:nvPr/>
          </p:nvSpPr>
          <p:spPr bwMode="auto">
            <a:xfrm>
              <a:off x="7412038" y="5081588"/>
              <a:ext cx="114300" cy="558800"/>
            </a:xfrm>
            <a:custGeom>
              <a:avLst/>
              <a:gdLst/>
              <a:ahLst/>
              <a:cxnLst/>
              <a:rect l="0" t="0" r="r" b="b"/>
              <a:pathLst>
                <a:path w="29" h="141">
                  <a:moveTo>
                    <a:pt x="0" y="0"/>
                  </a:moveTo>
                  <a:cubicBezTo>
                    <a:pt x="0" y="30"/>
                    <a:pt x="2" y="60"/>
                    <a:pt x="7" y="89"/>
                  </a:cubicBezTo>
                  <a:cubicBezTo>
                    <a:pt x="11" y="98"/>
                    <a:pt x="14" y="108"/>
                    <a:pt x="18" y="117"/>
                  </a:cubicBezTo>
                  <a:cubicBezTo>
                    <a:pt x="22" y="125"/>
                    <a:pt x="25" y="133"/>
                    <a:pt x="29" y="141"/>
                  </a:cubicBezTo>
                  <a:cubicBezTo>
                    <a:pt x="28" y="139"/>
                    <a:pt x="28" y="137"/>
                    <a:pt x="27" y="135"/>
                  </a:cubicBezTo>
                  <a:cubicBezTo>
                    <a:pt x="16" y="98"/>
                    <a:pt x="10" y="60"/>
                    <a:pt x="8" y="22"/>
                  </a:cubicBezTo>
                  <a:cubicBezTo>
                    <a:pt x="7" y="18"/>
                    <a:pt x="5" y="15"/>
                    <a:pt x="4" y="11"/>
                  </a:cubicBezTo>
                  <a:cubicBezTo>
                    <a:pt x="2" y="7"/>
                    <a:pt x="1" y="3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21" name="Freeform 37"/>
            <p:cNvSpPr/>
            <p:nvPr/>
          </p:nvSpPr>
          <p:spPr bwMode="auto">
            <a:xfrm>
              <a:off x="7412038" y="4978400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0" y="26"/>
                  </a:moveTo>
                  <a:cubicBezTo>
                    <a:pt x="1" y="29"/>
                    <a:pt x="2" y="33"/>
                    <a:pt x="4" y="37"/>
                  </a:cubicBezTo>
                  <a:cubicBezTo>
                    <a:pt x="5" y="41"/>
                    <a:pt x="7" y="44"/>
                    <a:pt x="8" y="48"/>
                  </a:cubicBezTo>
                  <a:cubicBezTo>
                    <a:pt x="7" y="38"/>
                    <a:pt x="7" y="28"/>
                    <a:pt x="7" y="19"/>
                  </a:cubicBezTo>
                  <a:cubicBezTo>
                    <a:pt x="5" y="12"/>
                    <a:pt x="3" y="6"/>
                    <a:pt x="0" y="0"/>
                  </a:cubicBezTo>
                  <a:cubicBezTo>
                    <a:pt x="0" y="1"/>
                    <a:pt x="0" y="3"/>
                    <a:pt x="0" y="4"/>
                  </a:cubicBezTo>
                  <a:cubicBezTo>
                    <a:pt x="0" y="11"/>
                    <a:pt x="0" y="19"/>
                    <a:pt x="0" y="26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22" name="Freeform 38"/>
            <p:cNvSpPr/>
            <p:nvPr/>
          </p:nvSpPr>
          <p:spPr bwMode="auto">
            <a:xfrm>
              <a:off x="7439026" y="5434013"/>
              <a:ext cx="174625" cy="439738"/>
            </a:xfrm>
            <a:custGeom>
              <a:avLst/>
              <a:gdLst/>
              <a:ahLst/>
              <a:cxnLst/>
              <a:rect l="0" t="0" r="r" b="b"/>
              <a:pathLst>
                <a:path w="44" h="111">
                  <a:moveTo>
                    <a:pt x="11" y="28"/>
                  </a:moveTo>
                  <a:cubicBezTo>
                    <a:pt x="7" y="19"/>
                    <a:pt x="4" y="9"/>
                    <a:pt x="0" y="0"/>
                  </a:cubicBezTo>
                  <a:cubicBezTo>
                    <a:pt x="3" y="16"/>
                    <a:pt x="7" y="33"/>
                    <a:pt x="11" y="49"/>
                  </a:cubicBezTo>
                  <a:cubicBezTo>
                    <a:pt x="12" y="52"/>
                    <a:pt x="13" y="55"/>
                    <a:pt x="14" y="58"/>
                  </a:cubicBezTo>
                  <a:cubicBezTo>
                    <a:pt x="22" y="76"/>
                    <a:pt x="30" y="94"/>
                    <a:pt x="39" y="111"/>
                  </a:cubicBezTo>
                  <a:cubicBezTo>
                    <a:pt x="44" y="111"/>
                    <a:pt x="44" y="111"/>
                    <a:pt x="44" y="111"/>
                  </a:cubicBezTo>
                  <a:cubicBezTo>
                    <a:pt x="35" y="92"/>
                    <a:pt x="28" y="72"/>
                    <a:pt x="22" y="52"/>
                  </a:cubicBezTo>
                  <a:cubicBezTo>
                    <a:pt x="18" y="44"/>
                    <a:pt x="15" y="36"/>
                    <a:pt x="11" y="28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</p:grpSp>
      <p:sp>
        <p:nvSpPr>
          <p:cNvPr id="7" name="Rectangle 6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592924" y="624110"/>
            <a:ext cx="8911687" cy="128089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2133600"/>
            <a:ext cx="8915400" cy="38862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361612" y="6130437"/>
            <a:ext cx="1146283" cy="37039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923EA0E-320C-4A15-B0EB-4D07D8BCE7D2}" type="datetimeFigureOut">
              <a:rPr lang="fr-FR" smtClean="0"/>
              <a:t>31/08/2026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589212" y="6135808"/>
            <a:ext cx="76199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531812" y="787782"/>
            <a:ext cx="77976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000">
                <a:solidFill>
                  <a:srgbClr val="FEFFFF"/>
                </a:solidFill>
              </a:defRPr>
            </a:lvl1pPr>
          </a:lstStyle>
          <a:p>
            <a:fld id="{D78BAC15-CBEE-4F11-A261-AACFEEC355E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46354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0" r:id="rId1"/>
    <p:sldLayoutId id="2147483691" r:id="rId2"/>
    <p:sldLayoutId id="2147483692" r:id="rId3"/>
    <p:sldLayoutId id="2147483693" r:id="rId4"/>
    <p:sldLayoutId id="2147483694" r:id="rId5"/>
    <p:sldLayoutId id="2147483695" r:id="rId6"/>
    <p:sldLayoutId id="2147483696" r:id="rId7"/>
    <p:sldLayoutId id="2147483697" r:id="rId8"/>
    <p:sldLayoutId id="2147483698" r:id="rId9"/>
    <p:sldLayoutId id="2147483699" r:id="rId10"/>
    <p:sldLayoutId id="2147483700" r:id="rId11"/>
    <p:sldLayoutId id="2147483701" r:id="rId12"/>
    <p:sldLayoutId id="2147483702" r:id="rId13"/>
    <p:sldLayoutId id="2147483703" r:id="rId14"/>
    <p:sldLayoutId id="2147483704" r:id="rId15"/>
    <p:sldLayoutId id="2147483705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tx1">
              <a:lumMod val="85000"/>
              <a:lumOff val="15000"/>
            </a:schemeClr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5B2A8DA-C660-499A-AC9F-646C3C6FD72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936165" y="1172341"/>
            <a:ext cx="2319670" cy="762338"/>
          </a:xfrm>
        </p:spPr>
        <p:txBody>
          <a:bodyPr>
            <a:normAutofit fontScale="90000"/>
          </a:bodyPr>
          <a:lstStyle/>
          <a:p>
            <a:r>
              <a:rPr lang="fr-FR" dirty="0">
                <a:latin typeface="Copperplate Gothic Bold" panose="020E0705020206020404" pitchFamily="34" charset="0"/>
              </a:rPr>
              <a:t>DEMO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E6AAB748-1D4E-4BA4-8D67-32305FE8EE7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107364" y="2658136"/>
            <a:ext cx="5977271" cy="622394"/>
          </a:xfrm>
        </p:spPr>
        <p:txBody>
          <a:bodyPr>
            <a:normAutofit fontScale="92500" lnSpcReduction="10000"/>
          </a:bodyPr>
          <a:lstStyle/>
          <a:p>
            <a:pPr algn="ctr">
              <a:spcAft>
                <a:spcPts val="500"/>
              </a:spcAft>
            </a:pPr>
            <a:r>
              <a:rPr lang="fr-FR" sz="1800" b="1" dirty="0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Agent Intelligent de Collecte et d'Extraction de Données par Automatisation GUI/Web</a:t>
            </a:r>
            <a:endParaRPr lang="fr-FR" sz="1800" dirty="0">
              <a:effectLst/>
              <a:latin typeface="Calibri" panose="020F0502020204030204" pitchFamily="34" charset="0"/>
              <a:ea typeface="Calibri" panose="020F0502020204030204" pitchFamily="34" charset="0"/>
            </a:endParaRPr>
          </a:p>
          <a:p>
            <a:endParaRPr lang="fr-FR" dirty="0"/>
          </a:p>
        </p:txBody>
      </p:sp>
      <p:pic>
        <p:nvPicPr>
          <p:cNvPr id="1027" name="Picture 3">
            <a:extLst>
              <a:ext uri="{FF2B5EF4-FFF2-40B4-BE49-F238E27FC236}">
                <a16:creationId xmlns:a16="http://schemas.microsoft.com/office/drawing/2014/main" id="{4BB01541-DA8A-4353-950F-EA7CD813388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774700" cy="10287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6" name="Image 1">
            <a:extLst>
              <a:ext uri="{FF2B5EF4-FFF2-40B4-BE49-F238E27FC236}">
                <a16:creationId xmlns:a16="http://schemas.microsoft.com/office/drawing/2014/main" id="{67832A72-6568-4C60-87BB-E1172FE4398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245850" y="0"/>
            <a:ext cx="946150" cy="9461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5" name="Image 7">
            <a:extLst>
              <a:ext uri="{FF2B5EF4-FFF2-40B4-BE49-F238E27FC236}">
                <a16:creationId xmlns:a16="http://schemas.microsoft.com/office/drawing/2014/main" id="{49DCE91F-22BD-4EFF-9A2F-F165E3984BF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72100" y="219075"/>
            <a:ext cx="1447800" cy="50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Titre 1">
            <a:extLst>
              <a:ext uri="{FF2B5EF4-FFF2-40B4-BE49-F238E27FC236}">
                <a16:creationId xmlns:a16="http://schemas.microsoft.com/office/drawing/2014/main" id="{48AC8EF7-55AD-4FC9-9CD0-B9766EACF24D}"/>
              </a:ext>
            </a:extLst>
          </p:cNvPr>
          <p:cNvSpPr txBox="1">
            <a:spLocks/>
          </p:cNvSpPr>
          <p:nvPr/>
        </p:nvSpPr>
        <p:spPr>
          <a:xfrm>
            <a:off x="4514257" y="2080621"/>
            <a:ext cx="3163485" cy="431573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37500" lnSpcReduction="20000"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5400" kern="120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fr-FR" dirty="0">
                <a:latin typeface="Copperplate Gothic Bold" panose="020E0705020206020404" pitchFamily="34" charset="0"/>
              </a:rPr>
              <a:t>STAGE ACADEMIQUE</a:t>
            </a:r>
          </a:p>
        </p:txBody>
      </p:sp>
      <p:cxnSp>
        <p:nvCxnSpPr>
          <p:cNvPr id="12" name="Connecteur droit 11">
            <a:extLst>
              <a:ext uri="{FF2B5EF4-FFF2-40B4-BE49-F238E27FC236}">
                <a16:creationId xmlns:a16="http://schemas.microsoft.com/office/drawing/2014/main" id="{8B7D0B9C-9135-48D7-B44A-69A99B125312}"/>
              </a:ext>
            </a:extLst>
          </p:cNvPr>
          <p:cNvCxnSpPr/>
          <p:nvPr/>
        </p:nvCxnSpPr>
        <p:spPr>
          <a:xfrm>
            <a:off x="3121961" y="10614471"/>
            <a:ext cx="61176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Rectangle 5">
            <a:extLst>
              <a:ext uri="{FF2B5EF4-FFF2-40B4-BE49-F238E27FC236}">
                <a16:creationId xmlns:a16="http://schemas.microsoft.com/office/drawing/2014/main" id="{9D3D5741-E674-43C6-8026-E33778A91B3F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05972" y="4119615"/>
            <a:ext cx="5802247" cy="95289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fr-FR" sz="1600" b="1" i="1" u="sng" strike="noStrike" cap="none" normalizeH="0" baseline="0" dirty="0">
                <a:ln>
                  <a:noFill/>
                </a:ln>
                <a:solidFill>
                  <a:srgbClr val="262626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Stagiaire</a:t>
            </a:r>
            <a:r>
              <a:rPr kumimoji="0" lang="en-US" altLang="fr-FR" sz="1600" b="1" i="0" u="none" strike="noStrike" cap="none" normalizeH="0" baseline="0" dirty="0">
                <a:ln>
                  <a:noFill/>
                </a:ln>
                <a:solidFill>
                  <a:srgbClr val="262626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 : </a:t>
            </a:r>
            <a:r>
              <a:rPr kumimoji="0" lang="en-US" altLang="fr-FR" sz="1600" b="1" i="0" u="none" strike="noStrike" cap="none" normalizeH="0" baseline="0" dirty="0">
                <a:ln>
                  <a:noFill/>
                </a:ln>
                <a:solidFill>
                  <a:srgbClr val="262626"/>
                </a:solidFill>
                <a:effectLst/>
                <a:latin typeface="Imprint MT Shadow" panose="04020605060303030202" pitchFamily="82" charset="0"/>
                <a:ea typeface="Calibri" panose="020F0502020204030204" pitchFamily="34" charset="0"/>
                <a:cs typeface="Times New Roman" panose="02020603050405020304" pitchFamily="18" charset="0"/>
              </a:rPr>
              <a:t>NDJOKA NGHOKO Jodelle Baruch 22E0480EP</a:t>
            </a:r>
            <a:endParaRPr kumimoji="0" lang="fr-FR" altLang="fr-FR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</p:txBody>
      </p:sp>
      <p:sp>
        <p:nvSpPr>
          <p:cNvPr id="10" name="Rectangle 11">
            <a:extLst>
              <a:ext uri="{FF2B5EF4-FFF2-40B4-BE49-F238E27FC236}">
                <a16:creationId xmlns:a16="http://schemas.microsoft.com/office/drawing/2014/main" id="{F2B8A314-3E9C-41FF-B18F-EB85D9EC1EAD}"/>
              </a:ext>
            </a:extLst>
          </p:cNvPr>
          <p:cNvSpPr>
            <a:spLocks noChangeArrowheads="1"/>
          </p:cNvSpPr>
          <p:nvPr/>
        </p:nvSpPr>
        <p:spPr bwMode="auto">
          <a:xfrm>
            <a:off x="9146407" y="6381588"/>
            <a:ext cx="3045594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indent="449263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449263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400" b="1" i="0" u="none" strike="noStrike" cap="none" normalizeH="0" baseline="0" dirty="0">
                <a:ln>
                  <a:noFill/>
                </a:ln>
                <a:solidFill>
                  <a:srgbClr val="595959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Du 1</a:t>
            </a:r>
            <a:r>
              <a:rPr kumimoji="0" lang="fr-FR" altLang="fr-FR" sz="1400" b="1" i="0" u="none" strike="noStrike" cap="none" normalizeH="0" baseline="30000" dirty="0">
                <a:ln>
                  <a:noFill/>
                </a:ln>
                <a:solidFill>
                  <a:srgbClr val="595959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er</a:t>
            </a:r>
            <a:r>
              <a:rPr kumimoji="0" lang="fr-FR" altLang="fr-FR" sz="1400" b="1" i="0" u="none" strike="noStrike" cap="none" normalizeH="0" baseline="0" dirty="0">
                <a:ln>
                  <a:noFill/>
                </a:ln>
                <a:solidFill>
                  <a:srgbClr val="595959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Juin au 31 Août 2026</a:t>
            </a:r>
            <a:endParaRPr kumimoji="0" lang="fr-FR" altLang="fr-FR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</p:txBody>
      </p:sp>
      <p:sp>
        <p:nvSpPr>
          <p:cNvPr id="19" name="ZoneTexte 18">
            <a:extLst>
              <a:ext uri="{FF2B5EF4-FFF2-40B4-BE49-F238E27FC236}">
                <a16:creationId xmlns:a16="http://schemas.microsoft.com/office/drawing/2014/main" id="{D315FC74-39D3-4635-AB24-E743572DE96A}"/>
              </a:ext>
            </a:extLst>
          </p:cNvPr>
          <p:cNvSpPr txBox="1"/>
          <p:nvPr/>
        </p:nvSpPr>
        <p:spPr>
          <a:xfrm>
            <a:off x="2223627" y="4999140"/>
            <a:ext cx="853039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fr-FR" sz="1600" b="1" i="1" u="sng" dirty="0">
                <a:solidFill>
                  <a:srgbClr val="262626"/>
                </a:solidFill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Encadreur de stage </a:t>
            </a:r>
            <a:r>
              <a:rPr lang="fr-FR" sz="1800" dirty="0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: </a:t>
            </a:r>
            <a:r>
              <a:rPr lang="fr-FR" sz="1600" b="1" dirty="0" err="1">
                <a:solidFill>
                  <a:srgbClr val="262626"/>
                </a:solidFill>
                <a:latin typeface="Imprint MT Shadow" panose="04020605060303030202" pitchFamily="82" charset="0"/>
                <a:ea typeface="Calibri" panose="020F0502020204030204" pitchFamily="34" charset="0"/>
                <a:cs typeface="Times New Roman" panose="02020603050405020304" pitchFamily="18" charset="0"/>
              </a:rPr>
              <a:t>Yris</a:t>
            </a:r>
            <a:r>
              <a:rPr lang="fr-FR" sz="1600" b="1" dirty="0">
                <a:solidFill>
                  <a:srgbClr val="262626"/>
                </a:solidFill>
                <a:latin typeface="Imprint MT Shadow" panose="04020605060303030202" pitchFamily="82" charset="0"/>
                <a:ea typeface="Calibri" panose="020F0502020204030204" pitchFamily="34" charset="0"/>
                <a:cs typeface="Times New Roman" panose="02020603050405020304" pitchFamily="18" charset="0"/>
              </a:rPr>
              <a:t> Brice </a:t>
            </a:r>
            <a:r>
              <a:rPr lang="fr-FR" sz="1600" b="1" dirty="0" err="1">
                <a:solidFill>
                  <a:srgbClr val="262626"/>
                </a:solidFill>
                <a:latin typeface="Imprint MT Shadow" panose="04020605060303030202" pitchFamily="82" charset="0"/>
                <a:ea typeface="Calibri" panose="020F0502020204030204" pitchFamily="34" charset="0"/>
                <a:cs typeface="Times New Roman" panose="02020603050405020304" pitchFamily="18" charset="0"/>
              </a:rPr>
              <a:t>Wandji</a:t>
            </a:r>
            <a:r>
              <a:rPr lang="fr-FR" sz="1600" b="1" dirty="0">
                <a:solidFill>
                  <a:srgbClr val="262626"/>
                </a:solidFill>
                <a:latin typeface="Imprint MT Shadow" panose="04020605060303030202" pitchFamily="82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fr-FR" sz="1600" b="1" dirty="0" err="1">
                <a:solidFill>
                  <a:srgbClr val="262626"/>
                </a:solidFill>
                <a:latin typeface="Imprint MT Shadow" panose="04020605060303030202" pitchFamily="82" charset="0"/>
                <a:ea typeface="Calibri" panose="020F0502020204030204" pitchFamily="34" charset="0"/>
                <a:cs typeface="Times New Roman" panose="02020603050405020304" pitchFamily="18" charset="0"/>
              </a:rPr>
              <a:t>Piugie</a:t>
            </a:r>
            <a:r>
              <a:rPr lang="fr-FR" sz="1600" b="1" dirty="0">
                <a:solidFill>
                  <a:srgbClr val="262626"/>
                </a:solidFill>
                <a:latin typeface="Imprint MT Shadow" panose="04020605060303030202" pitchFamily="82" charset="0"/>
                <a:ea typeface="Calibri" panose="020F0502020204030204" pitchFamily="34" charset="0"/>
                <a:cs typeface="Times New Roman" panose="02020603050405020304" pitchFamily="18" charset="0"/>
              </a:rPr>
              <a:t>, PhD — Fondateur &amp; CEO, YB-</a:t>
            </a:r>
            <a:r>
              <a:rPr lang="fr-FR" sz="1600" b="1" dirty="0" err="1">
                <a:solidFill>
                  <a:srgbClr val="262626"/>
                </a:solidFill>
                <a:latin typeface="Imprint MT Shadow" panose="04020605060303030202" pitchFamily="82" charset="0"/>
                <a:ea typeface="Calibri" panose="020F0502020204030204" pitchFamily="34" charset="0"/>
                <a:cs typeface="Times New Roman" panose="02020603050405020304" pitchFamily="18" charset="0"/>
              </a:rPr>
              <a:t>TECHs</a:t>
            </a:r>
            <a:r>
              <a:rPr lang="fr-FR" sz="1600" b="1" dirty="0">
                <a:solidFill>
                  <a:srgbClr val="262626"/>
                </a:solidFill>
                <a:latin typeface="Imprint MT Shadow" panose="04020605060303030202" pitchFamily="82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</a:p>
        </p:txBody>
      </p:sp>
      <p:sp>
        <p:nvSpPr>
          <p:cNvPr id="20" name="ZoneTexte 19">
            <a:extLst>
              <a:ext uri="{FF2B5EF4-FFF2-40B4-BE49-F238E27FC236}">
                <a16:creationId xmlns:a16="http://schemas.microsoft.com/office/drawing/2014/main" id="{CC87B72B-9BC7-4C39-84A2-0AB5C3071A83}"/>
              </a:ext>
            </a:extLst>
          </p:cNvPr>
          <p:cNvSpPr txBox="1"/>
          <p:nvPr/>
        </p:nvSpPr>
        <p:spPr>
          <a:xfrm>
            <a:off x="296869" y="6304644"/>
            <a:ext cx="609760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fr-FR" sz="180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Année académique : </a:t>
            </a:r>
            <a:r>
              <a:rPr lang="fr-FR" sz="1800" b="1" i="1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2025-2026</a:t>
            </a:r>
            <a:endParaRPr lang="fr-FR" sz="1800" dirty="0">
              <a:solidFill>
                <a:schemeClr val="tx1">
                  <a:lumMod val="75000"/>
                  <a:lumOff val="25000"/>
                </a:schemeClr>
              </a:solidFill>
              <a:effectLst/>
              <a:latin typeface="Calibri" panose="020F0502020204030204" pitchFamily="34" charset="0"/>
              <a:ea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6333444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4">
            <a:extLst>
              <a:ext uri="{FF2B5EF4-FFF2-40B4-BE49-F238E27FC236}">
                <a16:creationId xmlns:a16="http://schemas.microsoft.com/office/drawing/2014/main" id="{D6BA0636-90E2-4F5B-93D9-CD1C82925BAC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26" t="408"/>
          <a:stretch/>
        </p:blipFill>
        <p:spPr>
          <a:xfrm>
            <a:off x="0" y="-72971"/>
            <a:ext cx="12192000" cy="7110047"/>
          </a:xfrm>
          <a:prstGeom prst="rect">
            <a:avLst/>
          </a:prstGeom>
        </p:spPr>
      </p:pic>
      <p:sp>
        <p:nvSpPr>
          <p:cNvPr id="2" name="Titre 1">
            <a:extLst>
              <a:ext uri="{FF2B5EF4-FFF2-40B4-BE49-F238E27FC236}">
                <a16:creationId xmlns:a16="http://schemas.microsoft.com/office/drawing/2014/main" id="{58D9D793-3BE2-4D62-8C2F-50C46519A4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56481" y="1636295"/>
            <a:ext cx="2113826" cy="577515"/>
          </a:xfrm>
          <a:ln w="28575"/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>
            <a:normAutofit fontScale="90000"/>
          </a:bodyPr>
          <a:lstStyle/>
          <a:p>
            <a:r>
              <a:rPr lang="fr-FR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Copperplate Gothic Bold" panose="020E0705020206020404" pitchFamily="34" charset="0"/>
              </a:rPr>
              <a:t>Requête</a:t>
            </a:r>
            <a:endParaRPr lang="fr-FR" dirty="0">
              <a:solidFill>
                <a:srgbClr val="C00000"/>
              </a:solidFill>
              <a:latin typeface="Copperplate Gothic Bold" panose="020E07050202060204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83338853"/>
      </p:ext>
    </p:extLst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6000">
        <p15:prstTrans prst="curtains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7" dur="2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4">
            <a:extLst>
              <a:ext uri="{FF2B5EF4-FFF2-40B4-BE49-F238E27FC236}">
                <a16:creationId xmlns:a16="http://schemas.microsoft.com/office/drawing/2014/main" id="{649FFFC6-93EA-43F4-9C92-8F5805754D9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0"/>
            <a:ext cx="12192000" cy="6937310"/>
          </a:xfrm>
          <a:prstGeom prst="rect">
            <a:avLst/>
          </a:prstGeom>
        </p:spPr>
      </p:pic>
      <p:sp>
        <p:nvSpPr>
          <p:cNvPr id="6" name="Titre 1">
            <a:extLst>
              <a:ext uri="{FF2B5EF4-FFF2-40B4-BE49-F238E27FC236}">
                <a16:creationId xmlns:a16="http://schemas.microsoft.com/office/drawing/2014/main" id="{DD0C10F1-A1D3-4CF3-A5A0-9AF1F5F76BCB}"/>
              </a:ext>
            </a:extLst>
          </p:cNvPr>
          <p:cNvSpPr txBox="1">
            <a:spLocks/>
          </p:cNvSpPr>
          <p:nvPr/>
        </p:nvSpPr>
        <p:spPr>
          <a:xfrm>
            <a:off x="1027219" y="3279908"/>
            <a:ext cx="4507308" cy="1879233"/>
          </a:xfrm>
          <a:prstGeom prst="rect">
            <a:avLst/>
          </a:prstGeom>
          <a:ln w="28575" cap="rnd" cmpd="sng" algn="ctr">
            <a:solidFill>
              <a:schemeClr val="accent6">
                <a:shade val="90000"/>
              </a:schemeClr>
            </a:solidFill>
            <a:prstDash val="solid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lIns="91440" tIns="45720" rIns="91440" bIns="45720" rtlCol="0" anchor="t">
            <a:normAutofit fontScale="97500"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36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eaLnBrk="1" hangingPunct="1"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eaLnBrk="1" hangingPunct="1"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eaLnBrk="1" hangingPunct="1"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eaLnBrk="1" hangingPunct="1"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eaLnBrk="1" hangingPunct="1"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eaLnBrk="1" hangingPunct="1"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eaLnBrk="1" hangingPunct="1"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eaLnBrk="1" hangingPunct="1"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10000"/>
              </a:lnSpc>
            </a:pPr>
            <a:r>
              <a:rPr lang="fr-FR" sz="24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Copperplate Gothic Bold" panose="020E0705020206020404" pitchFamily="34" charset="0"/>
              </a:rPr>
              <a:t>Résultat d’extraction d’informations sur un site et formulation de la réponse par le modèle</a:t>
            </a:r>
          </a:p>
        </p:txBody>
      </p:sp>
    </p:spTree>
    <p:extLst>
      <p:ext uri="{BB962C8B-B14F-4D97-AF65-F5344CB8AC3E}">
        <p14:creationId xmlns:p14="http://schemas.microsoft.com/office/powerpoint/2010/main" val="23452910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7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4">
            <a:extLst>
              <a:ext uri="{FF2B5EF4-FFF2-40B4-BE49-F238E27FC236}">
                <a16:creationId xmlns:a16="http://schemas.microsoft.com/office/drawing/2014/main" id="{23FF8458-A98C-4922-8430-B4C6C8CE42E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36" y="0"/>
            <a:ext cx="12155259" cy="6858000"/>
          </a:xfrm>
          <a:prstGeom prst="rect">
            <a:avLst/>
          </a:prstGeom>
        </p:spPr>
      </p:pic>
      <p:sp>
        <p:nvSpPr>
          <p:cNvPr id="6" name="Titre 1">
            <a:extLst>
              <a:ext uri="{FF2B5EF4-FFF2-40B4-BE49-F238E27FC236}">
                <a16:creationId xmlns:a16="http://schemas.microsoft.com/office/drawing/2014/main" id="{CFE7F09F-CF6C-414B-9FA9-B066DE016E8E}"/>
              </a:ext>
            </a:extLst>
          </p:cNvPr>
          <p:cNvSpPr txBox="1">
            <a:spLocks/>
          </p:cNvSpPr>
          <p:nvPr/>
        </p:nvSpPr>
        <p:spPr>
          <a:xfrm>
            <a:off x="3570973" y="2704699"/>
            <a:ext cx="3686475" cy="1337912"/>
          </a:xfrm>
          <a:prstGeom prst="rect">
            <a:avLst/>
          </a:prstGeom>
          <a:ln w="28575" cap="rnd" cmpd="sng" algn="ctr">
            <a:solidFill>
              <a:schemeClr val="accent6">
                <a:shade val="90000"/>
              </a:schemeClr>
            </a:solidFill>
            <a:prstDash val="solid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lIns="91440" tIns="45720" rIns="91440" bIns="45720" rtlCol="0" anchor="t">
            <a:normAutofit fontScale="90000" lnSpcReduction="10000"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36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eaLnBrk="1" hangingPunct="1"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eaLnBrk="1" hangingPunct="1"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eaLnBrk="1" hangingPunct="1"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eaLnBrk="1" hangingPunct="1"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eaLnBrk="1" hangingPunct="1"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eaLnBrk="1" hangingPunct="1"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eaLnBrk="1" hangingPunct="1"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eaLnBrk="1" hangingPunct="1"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sz="24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Copperplate Gothic Bold" panose="020E0705020206020404" pitchFamily="34" charset="0"/>
              </a:rPr>
              <a:t>Illustration d’une Conversation naturelle avec le modèle (sans url)</a:t>
            </a:r>
          </a:p>
        </p:txBody>
      </p:sp>
    </p:spTree>
    <p:extLst>
      <p:ext uri="{BB962C8B-B14F-4D97-AF65-F5344CB8AC3E}">
        <p14:creationId xmlns:p14="http://schemas.microsoft.com/office/powerpoint/2010/main" val="24023203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7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4">
            <a:extLst>
              <a:ext uri="{FF2B5EF4-FFF2-40B4-BE49-F238E27FC236}">
                <a16:creationId xmlns:a16="http://schemas.microsoft.com/office/drawing/2014/main" id="{CFC714A9-6A30-48E8-8E10-7FF46E8647C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3715352"/>
          </a:xfrm>
          <a:prstGeom prst="rect">
            <a:avLst/>
          </a:prstGeom>
        </p:spPr>
      </p:pic>
      <p:pic>
        <p:nvPicPr>
          <p:cNvPr id="7" name="Image 6">
            <a:extLst>
              <a:ext uri="{FF2B5EF4-FFF2-40B4-BE49-F238E27FC236}">
                <a16:creationId xmlns:a16="http://schemas.microsoft.com/office/drawing/2014/main" id="{3E29A079-9314-485E-8C6A-3CE8B68B828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429001"/>
            <a:ext cx="12191999" cy="3636048"/>
          </a:xfrm>
          <a:prstGeom prst="rect">
            <a:avLst/>
          </a:prstGeom>
        </p:spPr>
      </p:pic>
      <p:sp>
        <p:nvSpPr>
          <p:cNvPr id="8" name="Titre 1">
            <a:extLst>
              <a:ext uri="{FF2B5EF4-FFF2-40B4-BE49-F238E27FC236}">
                <a16:creationId xmlns:a16="http://schemas.microsoft.com/office/drawing/2014/main" id="{0F53D5AE-B8EA-4412-87BF-E2DE42979BEF}"/>
              </a:ext>
            </a:extLst>
          </p:cNvPr>
          <p:cNvSpPr txBox="1">
            <a:spLocks/>
          </p:cNvSpPr>
          <p:nvPr/>
        </p:nvSpPr>
        <p:spPr>
          <a:xfrm>
            <a:off x="4560770" y="991297"/>
            <a:ext cx="3070459" cy="943276"/>
          </a:xfrm>
          <a:prstGeom prst="rect">
            <a:avLst/>
          </a:prstGeom>
          <a:ln w="28575" cap="rnd" cmpd="sng" algn="ctr">
            <a:solidFill>
              <a:schemeClr val="accent6">
                <a:shade val="90000"/>
              </a:schemeClr>
            </a:solidFill>
            <a:prstDash val="solid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lIns="91440" tIns="45720" rIns="91440" bIns="45720" rtlCol="0" anchor="t">
            <a:normAutofit fontScale="97500"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36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eaLnBrk="1" hangingPunct="1"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eaLnBrk="1" hangingPunct="1"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eaLnBrk="1" hangingPunct="1"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eaLnBrk="1" hangingPunct="1"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eaLnBrk="1" hangingPunct="1"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eaLnBrk="1" hangingPunct="1"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eaLnBrk="1" hangingPunct="1"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eaLnBrk="1" hangingPunct="1"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sz="24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Copperplate Gothic Bold" panose="020E0705020206020404" pitchFamily="34" charset="0"/>
              </a:rPr>
              <a:t>Mise en évidence de la mémoire</a:t>
            </a:r>
          </a:p>
        </p:txBody>
      </p:sp>
    </p:spTree>
    <p:extLst>
      <p:ext uri="{BB962C8B-B14F-4D97-AF65-F5344CB8AC3E}">
        <p14:creationId xmlns:p14="http://schemas.microsoft.com/office/powerpoint/2010/main" val="18859787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7" dur="2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4">
            <a:extLst>
              <a:ext uri="{FF2B5EF4-FFF2-40B4-BE49-F238E27FC236}">
                <a16:creationId xmlns:a16="http://schemas.microsoft.com/office/drawing/2014/main" id="{FACC82D2-BC7D-4065-A0B2-6308787274E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28876"/>
            <a:ext cx="12184943" cy="6886876"/>
          </a:xfrm>
          <a:prstGeom prst="rect">
            <a:avLst/>
          </a:prstGeom>
        </p:spPr>
      </p:pic>
      <p:sp>
        <p:nvSpPr>
          <p:cNvPr id="6" name="Titre 1">
            <a:extLst>
              <a:ext uri="{FF2B5EF4-FFF2-40B4-BE49-F238E27FC236}">
                <a16:creationId xmlns:a16="http://schemas.microsoft.com/office/drawing/2014/main" id="{C4865A38-0FD9-433A-937D-E0B9D70CC525}"/>
              </a:ext>
            </a:extLst>
          </p:cNvPr>
          <p:cNvSpPr txBox="1">
            <a:spLocks/>
          </p:cNvSpPr>
          <p:nvPr/>
        </p:nvSpPr>
        <p:spPr>
          <a:xfrm>
            <a:off x="0" y="4966531"/>
            <a:ext cx="3070459" cy="1184012"/>
          </a:xfrm>
          <a:prstGeom prst="rect">
            <a:avLst/>
          </a:prstGeom>
          <a:ln w="28575" cap="rnd" cmpd="sng" algn="ctr">
            <a:solidFill>
              <a:schemeClr val="accent6">
                <a:shade val="90000"/>
              </a:schemeClr>
            </a:solidFill>
            <a:prstDash val="solid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lIns="91440" tIns="45720" rIns="91440" bIns="45720" rtlCol="0" anchor="t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36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eaLnBrk="1" hangingPunct="1"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eaLnBrk="1" hangingPunct="1"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eaLnBrk="1" hangingPunct="1"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eaLnBrk="1" hangingPunct="1"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eaLnBrk="1" hangingPunct="1"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eaLnBrk="1" hangingPunct="1"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eaLnBrk="1" hangingPunct="1"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eaLnBrk="1" hangingPunct="1"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sz="24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Copperplate Gothic Bold" panose="020E0705020206020404" pitchFamily="34" charset="0"/>
              </a:rPr>
              <a:t>Extraction en chaine: Page d’accueil</a:t>
            </a:r>
          </a:p>
        </p:txBody>
      </p:sp>
    </p:spTree>
    <p:extLst>
      <p:ext uri="{BB962C8B-B14F-4D97-AF65-F5344CB8AC3E}">
        <p14:creationId xmlns:p14="http://schemas.microsoft.com/office/powerpoint/2010/main" val="31965992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7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BEC22A3-1669-4AB6-B61A-5FE064E1A3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5923" y="383479"/>
            <a:ext cx="8911687" cy="1280890"/>
          </a:xfrm>
        </p:spPr>
        <p:txBody>
          <a:bodyPr/>
          <a:lstStyle/>
          <a:p>
            <a:r>
              <a:rPr lang="fr-FR" dirty="0"/>
              <a:t>Ajout du fichier de données pour extraction en chaine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BA025F2D-18A2-4164-A43A-31DD7244C87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3568883"/>
          </a:xfrm>
          <a:prstGeom prst="rect">
            <a:avLst/>
          </a:prstGeom>
        </p:spPr>
      </p:pic>
      <p:pic>
        <p:nvPicPr>
          <p:cNvPr id="7" name="Image 6">
            <a:extLst>
              <a:ext uri="{FF2B5EF4-FFF2-40B4-BE49-F238E27FC236}">
                <a16:creationId xmlns:a16="http://schemas.microsoft.com/office/drawing/2014/main" id="{1993D716-8681-4488-8458-04ADD3909BB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989789"/>
            <a:ext cx="12192000" cy="3953483"/>
          </a:xfrm>
          <a:prstGeom prst="rect">
            <a:avLst/>
          </a:prstGeom>
        </p:spPr>
      </p:pic>
      <p:sp>
        <p:nvSpPr>
          <p:cNvPr id="8" name="Titre 1">
            <a:extLst>
              <a:ext uri="{FF2B5EF4-FFF2-40B4-BE49-F238E27FC236}">
                <a16:creationId xmlns:a16="http://schemas.microsoft.com/office/drawing/2014/main" id="{A89A5CDE-D164-452A-B9E3-20C4FEF173DD}"/>
              </a:ext>
            </a:extLst>
          </p:cNvPr>
          <p:cNvSpPr txBox="1">
            <a:spLocks/>
          </p:cNvSpPr>
          <p:nvPr/>
        </p:nvSpPr>
        <p:spPr>
          <a:xfrm>
            <a:off x="4340592" y="2518151"/>
            <a:ext cx="3510816" cy="1050732"/>
          </a:xfrm>
          <a:prstGeom prst="rect">
            <a:avLst/>
          </a:prstGeom>
          <a:ln w="28575" cap="rnd" cmpd="sng" algn="ctr">
            <a:solidFill>
              <a:schemeClr val="accent6">
                <a:shade val="90000"/>
              </a:schemeClr>
            </a:solidFill>
            <a:prstDash val="solid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lIns="91440" tIns="45720" rIns="91440" bIns="45720" rtlCol="0" anchor="t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36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eaLnBrk="1" hangingPunct="1"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eaLnBrk="1" hangingPunct="1"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eaLnBrk="1" hangingPunct="1"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eaLnBrk="1" hangingPunct="1"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eaLnBrk="1" hangingPunct="1"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eaLnBrk="1" hangingPunct="1"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eaLnBrk="1" hangingPunct="1"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eaLnBrk="1" hangingPunct="1"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sz="20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Copperplate Gothic Bold" panose="020E0705020206020404" pitchFamily="34" charset="0"/>
              </a:rPr>
              <a:t>Ajout du fichier de données pour l’extraction en chaine</a:t>
            </a:r>
          </a:p>
        </p:txBody>
      </p:sp>
    </p:spTree>
    <p:extLst>
      <p:ext uri="{BB962C8B-B14F-4D97-AF65-F5344CB8AC3E}">
        <p14:creationId xmlns:p14="http://schemas.microsoft.com/office/powerpoint/2010/main" val="25153265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7" dur="2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02B932C-8389-4C33-88DD-5B89938BB5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04167" y="267469"/>
            <a:ext cx="8911687" cy="1280890"/>
          </a:xfrm>
        </p:spPr>
        <p:txBody>
          <a:bodyPr>
            <a:normAutofit fontScale="90000"/>
          </a:bodyPr>
          <a:lstStyle/>
          <a:p>
            <a:r>
              <a:rPr lang="fr-FR" dirty="0"/>
              <a:t>Fin de l’extraction en chaine et téléchargement automatique du fichier résultats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19A43388-FA48-4091-9CAA-3034505C8BD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4101" y="1846742"/>
            <a:ext cx="10420886" cy="5416828"/>
          </a:xfrm>
          <a:prstGeom prst="rect">
            <a:avLst/>
          </a:prstGeom>
        </p:spPr>
      </p:pic>
      <p:sp>
        <p:nvSpPr>
          <p:cNvPr id="6" name="Titre 1">
            <a:extLst>
              <a:ext uri="{FF2B5EF4-FFF2-40B4-BE49-F238E27FC236}">
                <a16:creationId xmlns:a16="http://schemas.microsoft.com/office/drawing/2014/main" id="{AF7000DF-B3D3-4335-A874-79BEDF7CDB8A}"/>
              </a:ext>
            </a:extLst>
          </p:cNvPr>
          <p:cNvSpPr txBox="1">
            <a:spLocks/>
          </p:cNvSpPr>
          <p:nvPr/>
        </p:nvSpPr>
        <p:spPr>
          <a:xfrm>
            <a:off x="6545178" y="3031956"/>
            <a:ext cx="2791327" cy="2772078"/>
          </a:xfrm>
          <a:prstGeom prst="rect">
            <a:avLst/>
          </a:prstGeom>
          <a:ln w="28575" cap="rnd" cmpd="sng" algn="ctr">
            <a:solidFill>
              <a:schemeClr val="accent6">
                <a:shade val="90000"/>
              </a:schemeClr>
            </a:solidFill>
            <a:prstDash val="solid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lIns="91440" tIns="45720" rIns="91440" bIns="45720" rtlCol="0" anchor="t">
            <a:normAutofit fontScale="97500"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36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eaLnBrk="1" hangingPunct="1"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eaLnBrk="1" hangingPunct="1"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eaLnBrk="1" hangingPunct="1"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eaLnBrk="1" hangingPunct="1"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eaLnBrk="1" hangingPunct="1"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eaLnBrk="1" hangingPunct="1"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eaLnBrk="1" hangingPunct="1"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eaLnBrk="1" hangingPunct="1"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sz="24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Copperplate Gothic Bold" panose="020E0705020206020404" pitchFamily="34" charset="0"/>
              </a:rPr>
              <a:t>Fin de l’extraction en chaine et téléchargement automatique du fichier résultats</a:t>
            </a:r>
          </a:p>
        </p:txBody>
      </p:sp>
    </p:spTree>
    <p:extLst>
      <p:ext uri="{BB962C8B-B14F-4D97-AF65-F5344CB8AC3E}">
        <p14:creationId xmlns:p14="http://schemas.microsoft.com/office/powerpoint/2010/main" val="20378603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7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4">
            <a:extLst>
              <a:ext uri="{FF2B5EF4-FFF2-40B4-BE49-F238E27FC236}">
                <a16:creationId xmlns:a16="http://schemas.microsoft.com/office/drawing/2014/main" id="{933BB650-94F7-40B2-89C4-285D509F99E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28876" y="-1"/>
            <a:ext cx="12226172" cy="7122696"/>
          </a:xfrm>
          <a:prstGeom prst="rect">
            <a:avLst/>
          </a:prstGeom>
        </p:spPr>
      </p:pic>
      <p:sp>
        <p:nvSpPr>
          <p:cNvPr id="6" name="Titre 1">
            <a:extLst>
              <a:ext uri="{FF2B5EF4-FFF2-40B4-BE49-F238E27FC236}">
                <a16:creationId xmlns:a16="http://schemas.microsoft.com/office/drawing/2014/main" id="{94A5A136-AE0E-4645-9CF0-E7788F0608D3}"/>
              </a:ext>
            </a:extLst>
          </p:cNvPr>
          <p:cNvSpPr txBox="1">
            <a:spLocks/>
          </p:cNvSpPr>
          <p:nvPr/>
        </p:nvSpPr>
        <p:spPr>
          <a:xfrm>
            <a:off x="397380" y="3898230"/>
            <a:ext cx="2721205" cy="1520793"/>
          </a:xfrm>
          <a:prstGeom prst="rect">
            <a:avLst/>
          </a:prstGeom>
          <a:ln w="28575" cap="rnd" cmpd="sng" algn="ctr">
            <a:solidFill>
              <a:schemeClr val="accent6">
                <a:shade val="90000"/>
              </a:schemeClr>
            </a:solidFill>
            <a:prstDash val="solid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lIns="91440" tIns="45720" rIns="91440" bIns="45720" rtlCol="0" anchor="t">
            <a:normAutofit fontScale="97500"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36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eaLnBrk="1" hangingPunct="1"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eaLnBrk="1" hangingPunct="1"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eaLnBrk="1" hangingPunct="1"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eaLnBrk="1" hangingPunct="1"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eaLnBrk="1" hangingPunct="1"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eaLnBrk="1" hangingPunct="1"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eaLnBrk="1" hangingPunct="1"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eaLnBrk="1" hangingPunct="1"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sz="24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Copperplate Gothic Bold" panose="020E0705020206020404" pitchFamily="34" charset="0"/>
              </a:rPr>
              <a:t>Visualisation de l’historique de discussion</a:t>
            </a:r>
          </a:p>
        </p:txBody>
      </p:sp>
    </p:spTree>
    <p:extLst>
      <p:ext uri="{BB962C8B-B14F-4D97-AF65-F5344CB8AC3E}">
        <p14:creationId xmlns:p14="http://schemas.microsoft.com/office/powerpoint/2010/main" val="16225284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7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4">
            <a:extLst>
              <a:ext uri="{FF2B5EF4-FFF2-40B4-BE49-F238E27FC236}">
                <a16:creationId xmlns:a16="http://schemas.microsoft.com/office/drawing/2014/main" id="{CB995EBA-84DF-44E1-AF19-9642FB0FFF3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7" name="Titre 1">
            <a:extLst>
              <a:ext uri="{FF2B5EF4-FFF2-40B4-BE49-F238E27FC236}">
                <a16:creationId xmlns:a16="http://schemas.microsoft.com/office/drawing/2014/main" id="{4AF68BE9-5888-4F22-81A5-D4710200E6C1}"/>
              </a:ext>
            </a:extLst>
          </p:cNvPr>
          <p:cNvSpPr txBox="1">
            <a:spLocks/>
          </p:cNvSpPr>
          <p:nvPr/>
        </p:nvSpPr>
        <p:spPr>
          <a:xfrm>
            <a:off x="416631" y="5053262"/>
            <a:ext cx="2721205" cy="1520793"/>
          </a:xfrm>
          <a:prstGeom prst="rect">
            <a:avLst/>
          </a:prstGeom>
          <a:ln w="28575" cap="rnd" cmpd="sng" algn="ctr">
            <a:solidFill>
              <a:schemeClr val="accent6">
                <a:shade val="90000"/>
              </a:schemeClr>
            </a:solidFill>
            <a:prstDash val="solid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lIns="91440" tIns="45720" rIns="91440" bIns="45720" rtlCol="0" anchor="t">
            <a:normAutofit fontScale="97500"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36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eaLnBrk="1" hangingPunct="1"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eaLnBrk="1" hangingPunct="1"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eaLnBrk="1" hangingPunct="1"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eaLnBrk="1" hangingPunct="1"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eaLnBrk="1" hangingPunct="1"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eaLnBrk="1" hangingPunct="1"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eaLnBrk="1" hangingPunct="1"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eaLnBrk="1" hangingPunct="1"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sz="24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Copperplate Gothic Bold" panose="020E0705020206020404" pitchFamily="34" charset="0"/>
              </a:rPr>
              <a:t>Visualisation de l’historique de discussion</a:t>
            </a:r>
          </a:p>
        </p:txBody>
      </p:sp>
    </p:spTree>
    <p:extLst>
      <p:ext uri="{BB962C8B-B14F-4D97-AF65-F5344CB8AC3E}">
        <p14:creationId xmlns:p14="http://schemas.microsoft.com/office/powerpoint/2010/main" val="38771954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7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7" name="Picture 3">
            <a:extLst>
              <a:ext uri="{FF2B5EF4-FFF2-40B4-BE49-F238E27FC236}">
                <a16:creationId xmlns:a16="http://schemas.microsoft.com/office/drawing/2014/main" id="{4BB01541-DA8A-4353-950F-EA7CD813388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774700" cy="10287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6" name="Image 1">
            <a:extLst>
              <a:ext uri="{FF2B5EF4-FFF2-40B4-BE49-F238E27FC236}">
                <a16:creationId xmlns:a16="http://schemas.microsoft.com/office/drawing/2014/main" id="{67832A72-6568-4C60-87BB-E1172FE4398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245850" y="0"/>
            <a:ext cx="946150" cy="9461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5" name="Image 7">
            <a:extLst>
              <a:ext uri="{FF2B5EF4-FFF2-40B4-BE49-F238E27FC236}">
                <a16:creationId xmlns:a16="http://schemas.microsoft.com/office/drawing/2014/main" id="{49DCE91F-22BD-4EFF-9A2F-F165E3984BF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72100" y="219075"/>
            <a:ext cx="1447800" cy="50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2" name="Connecteur droit 11">
            <a:extLst>
              <a:ext uri="{FF2B5EF4-FFF2-40B4-BE49-F238E27FC236}">
                <a16:creationId xmlns:a16="http://schemas.microsoft.com/office/drawing/2014/main" id="{8B7D0B9C-9135-48D7-B44A-69A99B125312}"/>
              </a:ext>
            </a:extLst>
          </p:cNvPr>
          <p:cNvCxnSpPr/>
          <p:nvPr/>
        </p:nvCxnSpPr>
        <p:spPr>
          <a:xfrm>
            <a:off x="3121961" y="10614471"/>
            <a:ext cx="61176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ctangle 11">
            <a:extLst>
              <a:ext uri="{FF2B5EF4-FFF2-40B4-BE49-F238E27FC236}">
                <a16:creationId xmlns:a16="http://schemas.microsoft.com/office/drawing/2014/main" id="{F2B8A314-3E9C-41FF-B18F-EB85D9EC1EAD}"/>
              </a:ext>
            </a:extLst>
          </p:cNvPr>
          <p:cNvSpPr>
            <a:spLocks noChangeArrowheads="1"/>
          </p:cNvSpPr>
          <p:nvPr/>
        </p:nvSpPr>
        <p:spPr bwMode="auto">
          <a:xfrm>
            <a:off x="9146407" y="6381588"/>
            <a:ext cx="3045594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indent="449263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449263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1400" b="1" i="0" u="none" strike="noStrike" cap="none" normalizeH="0" baseline="0" dirty="0">
                <a:ln>
                  <a:noFill/>
                </a:ln>
                <a:solidFill>
                  <a:srgbClr val="595959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Du 1</a:t>
            </a:r>
            <a:r>
              <a:rPr kumimoji="0" lang="fr-FR" altLang="fr-FR" sz="1400" b="1" i="0" u="none" strike="noStrike" cap="none" normalizeH="0" baseline="30000" dirty="0">
                <a:ln>
                  <a:noFill/>
                </a:ln>
                <a:solidFill>
                  <a:srgbClr val="595959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er</a:t>
            </a:r>
            <a:r>
              <a:rPr kumimoji="0" lang="fr-FR" altLang="fr-FR" sz="1400" b="1" i="0" u="none" strike="noStrike" cap="none" normalizeH="0" baseline="0" dirty="0">
                <a:ln>
                  <a:noFill/>
                </a:ln>
                <a:solidFill>
                  <a:srgbClr val="595959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Juin au 31 Août 2026</a:t>
            </a:r>
            <a:endParaRPr kumimoji="0" lang="fr-FR" altLang="fr-FR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</p:txBody>
      </p:sp>
      <p:sp>
        <p:nvSpPr>
          <p:cNvPr id="20" name="ZoneTexte 19">
            <a:extLst>
              <a:ext uri="{FF2B5EF4-FFF2-40B4-BE49-F238E27FC236}">
                <a16:creationId xmlns:a16="http://schemas.microsoft.com/office/drawing/2014/main" id="{CC87B72B-9BC7-4C39-84A2-0AB5C3071A83}"/>
              </a:ext>
            </a:extLst>
          </p:cNvPr>
          <p:cNvSpPr txBox="1"/>
          <p:nvPr/>
        </p:nvSpPr>
        <p:spPr>
          <a:xfrm>
            <a:off x="296869" y="6304644"/>
            <a:ext cx="609760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fr-FR" sz="180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Année académique : </a:t>
            </a:r>
            <a:r>
              <a:rPr lang="fr-FR" sz="1800" b="1" i="1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2025-2026</a:t>
            </a:r>
            <a:endParaRPr lang="fr-FR" sz="1800" dirty="0">
              <a:solidFill>
                <a:schemeClr val="tx1">
                  <a:lumMod val="75000"/>
                  <a:lumOff val="25000"/>
                </a:schemeClr>
              </a:solidFill>
              <a:effectLst/>
              <a:latin typeface="Calibri" panose="020F0502020204030204" pitchFamily="34" charset="0"/>
              <a:ea typeface="Calibri" panose="020F0502020204030204" pitchFamily="34" charset="0"/>
            </a:endParaRPr>
          </a:p>
        </p:txBody>
      </p:sp>
      <p:sp>
        <p:nvSpPr>
          <p:cNvPr id="4" name="Titre 3">
            <a:extLst>
              <a:ext uri="{FF2B5EF4-FFF2-40B4-BE49-F238E27FC236}">
                <a16:creationId xmlns:a16="http://schemas.microsoft.com/office/drawing/2014/main" id="{E8349DBF-89CE-4420-9C96-FFB8C543D58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449367" y="2929446"/>
            <a:ext cx="3890211" cy="999107"/>
          </a:xfrm>
        </p:spPr>
        <p:txBody>
          <a:bodyPr>
            <a:normAutofit/>
          </a:bodyPr>
          <a:lstStyle/>
          <a:p>
            <a:r>
              <a:rPr lang="fr-FR" dirty="0">
                <a:latin typeface="Arial Black" panose="020B0A04020102020204" pitchFamily="34" charset="0"/>
              </a:rPr>
              <a:t>THE END</a:t>
            </a:r>
          </a:p>
        </p:txBody>
      </p:sp>
    </p:spTree>
    <p:extLst>
      <p:ext uri="{BB962C8B-B14F-4D97-AF65-F5344CB8AC3E}">
        <p14:creationId xmlns:p14="http://schemas.microsoft.com/office/powerpoint/2010/main" val="2791283793"/>
      </p:ext>
    </p:extLst>
  </p:cSld>
  <p:clrMapOvr>
    <a:masterClrMapping/>
  </p:clrMapOvr>
</p:sld>
</file>

<file path=ppt/theme/theme1.xml><?xml version="1.0" encoding="utf-8"?>
<a:theme xmlns:a="http://schemas.openxmlformats.org/drawingml/2006/main" name="Brin">
  <a:themeElements>
    <a:clrScheme name="Brin">
      <a:dk1>
        <a:sysClr val="windowText" lastClr="000000"/>
      </a:dk1>
      <a:lt1>
        <a:sysClr val="window" lastClr="FFFFFF"/>
      </a:lt1>
      <a:dk2>
        <a:srgbClr val="766F54"/>
      </a:dk2>
      <a:lt2>
        <a:srgbClr val="E3EACF"/>
      </a:lt2>
      <a:accent1>
        <a:srgbClr val="A53010"/>
      </a:accent1>
      <a:accent2>
        <a:srgbClr val="DE7E18"/>
      </a:accent2>
      <a:accent3>
        <a:srgbClr val="9F8351"/>
      </a:accent3>
      <a:accent4>
        <a:srgbClr val="728653"/>
      </a:accent4>
      <a:accent5>
        <a:srgbClr val="92AA4C"/>
      </a:accent5>
      <a:accent6>
        <a:srgbClr val="6AAC91"/>
      </a:accent6>
      <a:hlink>
        <a:srgbClr val="FB4A18"/>
      </a:hlink>
      <a:folHlink>
        <a:srgbClr val="FB9318"/>
      </a:folHlink>
    </a:clrScheme>
    <a:fontScheme name="Brin">
      <a:maj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Brin">
      <a:fillStyleLst>
        <a:solidFill>
          <a:schemeClr val="phClr"/>
        </a:solidFill>
        <a:solidFill>
          <a:schemeClr val="phClr">
            <a:tint val="70000"/>
            <a:lumMod val="104000"/>
          </a:schemeClr>
        </a:soli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98000"/>
                <a:lumMod val="9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shade val="90000"/>
            </a:schemeClr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2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60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20000"/>
              </a:schemeClr>
            </a:gs>
            <a:gs pos="100000">
              <a:schemeClr val="phClr">
                <a:shade val="98000"/>
                <a:satMod val="120000"/>
                <a:lumMod val="9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satMod val="92000"/>
                <a:lumMod val="120000"/>
              </a:schemeClr>
            </a:gs>
            <a:gs pos="100000">
              <a:schemeClr val="phClr">
                <a:shade val="98000"/>
                <a:satMod val="120000"/>
                <a:lumMod val="98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Wisp" id="{7CB32D59-10C0-40DD-B7BD-2E94284A981C}" vid="{24B1A44C-C006-48B2-A4D7-E5549B3D8CD4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Wisp</Template>
  <TotalTime>265</TotalTime>
  <Words>151</Words>
  <Application>Microsoft Office PowerPoint</Application>
  <PresentationFormat>Grand écran</PresentationFormat>
  <Paragraphs>21</Paragraphs>
  <Slides>11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8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11</vt:i4>
      </vt:variant>
    </vt:vector>
  </HeadingPairs>
  <TitlesOfParts>
    <vt:vector size="20" baseType="lpstr">
      <vt:lpstr>Arial</vt:lpstr>
      <vt:lpstr>Arial Black</vt:lpstr>
      <vt:lpstr>Calibri</vt:lpstr>
      <vt:lpstr>Century Gothic</vt:lpstr>
      <vt:lpstr>Copperplate Gothic Bold</vt:lpstr>
      <vt:lpstr>Imprint MT Shadow</vt:lpstr>
      <vt:lpstr>Times New Roman</vt:lpstr>
      <vt:lpstr>Wingdings 3</vt:lpstr>
      <vt:lpstr>Brin</vt:lpstr>
      <vt:lpstr>DEMO</vt:lpstr>
      <vt:lpstr>Requête</vt:lpstr>
      <vt:lpstr>Présentation PowerPoint</vt:lpstr>
      <vt:lpstr>Présentation PowerPoint</vt:lpstr>
      <vt:lpstr>Présentation PowerPoint</vt:lpstr>
      <vt:lpstr>Présentation PowerPoint</vt:lpstr>
      <vt:lpstr>Ajout du fichier de données pour extraction en chaine</vt:lpstr>
      <vt:lpstr>Fin de l’extraction en chaine et téléchargement automatique du fichier résultats</vt:lpstr>
      <vt:lpstr>Présentation PowerPoint</vt:lpstr>
      <vt:lpstr>Présentation PowerPoint</vt:lpstr>
      <vt:lpstr>THE END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DEMO</dc:title>
  <dc:creator>Jodel N</dc:creator>
  <cp:lastModifiedBy>Jodel N</cp:lastModifiedBy>
  <cp:revision>12</cp:revision>
  <dcterms:created xsi:type="dcterms:W3CDTF">2026-08-31T12:21:38Z</dcterms:created>
  <dcterms:modified xsi:type="dcterms:W3CDTF">2026-08-31T16:47:13Z</dcterms:modified>
</cp:coreProperties>
</file>